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3" r:id="rId2"/>
  </p:sldIdLst>
  <p:sldSz cx="30276800" cy="42802175"/>
  <p:notesSz cx="6797675" cy="992822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22149" indent="34914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845886" indent="68243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269621" indent="10157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693359" indent="134898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5319" algn="l" defTabSz="914127" rtl="0" eaLnBrk="1" latinLnBrk="0" hangingPunct="1"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2382" algn="l" defTabSz="914127" rtl="0" eaLnBrk="1" latinLnBrk="0" hangingPunct="1"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199447" algn="l" defTabSz="914127" rtl="0" eaLnBrk="1" latinLnBrk="0" hangingPunct="1"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6511" algn="l" defTabSz="914127" rtl="0" eaLnBrk="1" latinLnBrk="0" hangingPunct="1">
      <a:defRPr sz="2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03" userDrawn="1">
          <p15:clr>
            <a:srgbClr val="A4A3A4"/>
          </p15:clr>
        </p15:guide>
        <p15:guide id="2" pos="143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6F94A2-BBAD-15D3-4950-EFE4387FD368}" name="Chrystelle Mavoungou" initials="CM" userId="S::mavoungou@hochschule-bc.de::14907840-3e16-4132-8333-7f018248a729" providerId="AD"/>
  <p188:author id="{591264B6-11D7-99C0-3A01-D33F61B62624}" name="Roescheise, Jona DE/MBR EXT" initials="RJDE" userId="S::Jona.Roescheise@cslbehring.com::f92ec44f-bd03-41a7-be5d-abaee3bd9a9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rstin Otte" initials="KO" lastIdx="13" clrIdx="0">
    <p:extLst>
      <p:ext uri="{19B8F6BF-5375-455C-9EA6-DF929625EA0E}">
        <p15:presenceInfo xmlns:p15="http://schemas.microsoft.com/office/powerpoint/2012/main" userId="S-1-5-21-2074303991-52892034-1234779376-87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7D"/>
    <a:srgbClr val="20DDEC"/>
    <a:srgbClr val="FFBE89"/>
    <a:srgbClr val="E3BA25"/>
    <a:srgbClr val="EFD885"/>
    <a:srgbClr val="4AC28F"/>
    <a:srgbClr val="FFE697"/>
    <a:srgbClr val="00FF00"/>
    <a:srgbClr val="2400FE"/>
    <a:srgbClr val="12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716" autoAdjust="0"/>
    <p:restoredTop sz="96357" autoAdjust="0"/>
  </p:normalViewPr>
  <p:slideViewPr>
    <p:cSldViewPr snapToGrid="0" snapToObjects="1">
      <p:cViewPr>
        <p:scale>
          <a:sx n="40" d="100"/>
          <a:sy n="40" d="100"/>
        </p:scale>
        <p:origin x="1626" y="-4782"/>
      </p:cViewPr>
      <p:guideLst>
        <p:guide orient="horz" pos="13203"/>
        <p:guide pos="143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-2868" y="-90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8"/>
            <a:ext cx="294640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258"/>
            <a:ext cx="294640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1733E2F-7733-4FF5-855A-584EB54A5D6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0948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CF1C92A-ACC3-4B93-B984-150DD37B19AC}" type="datetimeFigureOut">
              <a:rPr lang="de-DE"/>
              <a:pPr>
                <a:defRPr/>
              </a:pPr>
              <a:t>11.05.2026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5629"/>
            <a:ext cx="5438775" cy="44679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671"/>
            <a:ext cx="2946400" cy="4969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671"/>
            <a:ext cx="2946400" cy="4969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F4443E7-DA22-4220-928C-E4361EF68D05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1121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6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2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9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25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19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382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447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511" algn="l" defTabSz="9141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082800" y="744538"/>
            <a:ext cx="263207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de-DE" dirty="0"/>
          </a:p>
        </p:txBody>
      </p:sp>
      <p:sp>
        <p:nvSpPr>
          <p:cNvPr id="6148" name="Foliennummernplatzhalt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fld id="{C9F267E9-C2D9-4D08-A6ED-78B6FBD83C93}" type="slidenum">
              <a:rPr lang="de-DE" altLang="de-DE" smtClean="0">
                <a:latin typeface="Arial" pitchFamily="34" charset="0"/>
              </a:rPr>
              <a:pPr eaLnBrk="1" hangingPunct="1">
                <a:spcBef>
                  <a:spcPct val="0"/>
                </a:spcBef>
                <a:defRPr/>
              </a:pPr>
              <a:t>1</a:t>
            </a:fld>
            <a:endParaRPr lang="de-DE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6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70762" y="13296250"/>
            <a:ext cx="25735280" cy="9174892"/>
          </a:xfrm>
          <a:prstGeom prst="rect">
            <a:avLst/>
          </a:prstGeom>
        </p:spPr>
        <p:txBody>
          <a:bodyPr lIns="84728" tIns="42364" rIns="84728" bIns="42364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541520" y="24254566"/>
            <a:ext cx="21193760" cy="10938834"/>
          </a:xfrm>
          <a:prstGeom prst="rect">
            <a:avLst/>
          </a:prstGeom>
        </p:spPr>
        <p:txBody>
          <a:bodyPr lIns="84728" tIns="42364" rIns="84728" bIns="42364"/>
          <a:lstStyle>
            <a:lvl1pPr marL="0" indent="0" algn="ctr">
              <a:buNone/>
              <a:defRPr/>
            </a:lvl1pPr>
            <a:lvl2pPr marL="423648" indent="0" algn="ctr">
              <a:buNone/>
              <a:defRPr/>
            </a:lvl2pPr>
            <a:lvl3pPr marL="847296" indent="0" algn="ctr">
              <a:buNone/>
              <a:defRPr/>
            </a:lvl3pPr>
            <a:lvl4pPr marL="1270944" indent="0" algn="ctr">
              <a:buNone/>
              <a:defRPr/>
            </a:lvl4pPr>
            <a:lvl5pPr marL="1694590" indent="0" algn="ctr">
              <a:buNone/>
              <a:defRPr/>
            </a:lvl5pPr>
            <a:lvl6pPr marL="2118238" indent="0" algn="ctr">
              <a:buNone/>
              <a:defRPr/>
            </a:lvl6pPr>
            <a:lvl7pPr marL="2541886" indent="0" algn="ctr">
              <a:buNone/>
              <a:defRPr/>
            </a:lvl7pPr>
            <a:lvl8pPr marL="2965534" indent="0" algn="ctr">
              <a:buNone/>
              <a:defRPr/>
            </a:lvl8pPr>
            <a:lvl9pPr marL="3389181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5486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842" y="1714487"/>
            <a:ext cx="27249120" cy="7133696"/>
          </a:xfrm>
          <a:prstGeom prst="rect">
            <a:avLst/>
          </a:prstGeom>
        </p:spPr>
        <p:txBody>
          <a:bodyPr lIns="84728" tIns="42364" rIns="84728" bIns="42364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13842" y="9987176"/>
            <a:ext cx="27249120" cy="28247038"/>
          </a:xfrm>
          <a:prstGeom prst="rect">
            <a:avLst/>
          </a:prstGeom>
        </p:spPr>
        <p:txBody>
          <a:bodyPr lIns="84728" tIns="42364" rIns="84728" bIns="42364"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872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1179" y="27503697"/>
            <a:ext cx="25735280" cy="8501987"/>
          </a:xfrm>
          <a:prstGeom prst="rect">
            <a:avLst/>
          </a:prstGeom>
        </p:spPr>
        <p:txBody>
          <a:bodyPr lIns="84728" tIns="42364" rIns="84728" bIns="42364" anchor="t"/>
          <a:lstStyle>
            <a:lvl1pPr algn="l">
              <a:defRPr sz="37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391179" y="18141469"/>
            <a:ext cx="25735280" cy="9362226"/>
          </a:xfrm>
          <a:prstGeom prst="rect">
            <a:avLst/>
          </a:prstGeom>
        </p:spPr>
        <p:txBody>
          <a:bodyPr lIns="84728" tIns="42364" rIns="84728" bIns="42364" anchor="b"/>
          <a:lstStyle>
            <a:lvl1pPr marL="0" indent="0">
              <a:buNone/>
              <a:defRPr sz="1900"/>
            </a:lvl1pPr>
            <a:lvl2pPr marL="423648" indent="0">
              <a:buNone/>
              <a:defRPr sz="1700"/>
            </a:lvl2pPr>
            <a:lvl3pPr marL="847296" indent="0">
              <a:buNone/>
              <a:defRPr sz="1500"/>
            </a:lvl3pPr>
            <a:lvl4pPr marL="1270944" indent="0">
              <a:buNone/>
              <a:defRPr sz="1300"/>
            </a:lvl4pPr>
            <a:lvl5pPr marL="1694590" indent="0">
              <a:buNone/>
              <a:defRPr sz="1300"/>
            </a:lvl5pPr>
            <a:lvl6pPr marL="2118238" indent="0">
              <a:buNone/>
              <a:defRPr sz="1300"/>
            </a:lvl6pPr>
            <a:lvl7pPr marL="2541886" indent="0">
              <a:buNone/>
              <a:defRPr sz="1300"/>
            </a:lvl7pPr>
            <a:lvl8pPr marL="2965534" indent="0">
              <a:buNone/>
              <a:defRPr sz="1300"/>
            </a:lvl8pPr>
            <a:lvl9pPr marL="3389181" indent="0">
              <a:buNone/>
              <a:defRPr sz="13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3444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842" y="1714487"/>
            <a:ext cx="27249120" cy="7133696"/>
          </a:xfrm>
          <a:prstGeom prst="rect">
            <a:avLst/>
          </a:prstGeom>
        </p:spPr>
        <p:txBody>
          <a:bodyPr lIns="84728" tIns="42364" rIns="84728" bIns="42364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513842" y="9987176"/>
            <a:ext cx="13555749" cy="28247038"/>
          </a:xfrm>
          <a:prstGeom prst="rect">
            <a:avLst/>
          </a:prstGeom>
        </p:spPr>
        <p:txBody>
          <a:bodyPr lIns="84728" tIns="42364" rIns="84728" bIns="42364"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207213" y="9987176"/>
            <a:ext cx="13555749" cy="28247038"/>
          </a:xfrm>
          <a:prstGeom prst="rect">
            <a:avLst/>
          </a:prstGeom>
        </p:spPr>
        <p:txBody>
          <a:bodyPr lIns="84728" tIns="42364" rIns="84728" bIns="42364"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8301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842" y="1714487"/>
            <a:ext cx="27249120" cy="7133696"/>
          </a:xfrm>
          <a:prstGeom prst="rect">
            <a:avLst/>
          </a:prstGeom>
        </p:spPr>
        <p:txBody>
          <a:bodyPr lIns="84728" tIns="42364" rIns="84728" bIns="42364"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13840" y="9581033"/>
            <a:ext cx="13377988" cy="3992472"/>
          </a:xfrm>
          <a:prstGeom prst="rect">
            <a:avLst/>
          </a:prstGeom>
        </p:spPr>
        <p:txBody>
          <a:bodyPr lIns="84728" tIns="42364" rIns="84728" bIns="42364" anchor="b"/>
          <a:lstStyle>
            <a:lvl1pPr marL="0" indent="0">
              <a:buNone/>
              <a:defRPr sz="2200" b="1"/>
            </a:lvl1pPr>
            <a:lvl2pPr marL="423648" indent="0">
              <a:buNone/>
              <a:defRPr sz="1900" b="1"/>
            </a:lvl2pPr>
            <a:lvl3pPr marL="847296" indent="0">
              <a:buNone/>
              <a:defRPr sz="1700" b="1"/>
            </a:lvl3pPr>
            <a:lvl4pPr marL="1270944" indent="0">
              <a:buNone/>
              <a:defRPr sz="1500" b="1"/>
            </a:lvl4pPr>
            <a:lvl5pPr marL="1694590" indent="0">
              <a:buNone/>
              <a:defRPr sz="1500" b="1"/>
            </a:lvl5pPr>
            <a:lvl6pPr marL="2118238" indent="0">
              <a:buNone/>
              <a:defRPr sz="1500" b="1"/>
            </a:lvl6pPr>
            <a:lvl7pPr marL="2541886" indent="0">
              <a:buNone/>
              <a:defRPr sz="1500" b="1"/>
            </a:lvl7pPr>
            <a:lvl8pPr marL="2965534" indent="0">
              <a:buNone/>
              <a:defRPr sz="1500" b="1"/>
            </a:lvl8pPr>
            <a:lvl9pPr marL="3389181" indent="0">
              <a:buNone/>
              <a:defRPr sz="15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13840" y="13573506"/>
            <a:ext cx="13377988" cy="24660706"/>
          </a:xfrm>
          <a:prstGeom prst="rect">
            <a:avLst/>
          </a:prstGeom>
        </p:spPr>
        <p:txBody>
          <a:bodyPr lIns="84728" tIns="42364" rIns="84728" bIns="42364"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15380672" y="9581033"/>
            <a:ext cx="13382288" cy="3992472"/>
          </a:xfrm>
          <a:prstGeom prst="rect">
            <a:avLst/>
          </a:prstGeom>
        </p:spPr>
        <p:txBody>
          <a:bodyPr lIns="84728" tIns="42364" rIns="84728" bIns="42364" anchor="b"/>
          <a:lstStyle>
            <a:lvl1pPr marL="0" indent="0">
              <a:buNone/>
              <a:defRPr sz="2200" b="1"/>
            </a:lvl1pPr>
            <a:lvl2pPr marL="423648" indent="0">
              <a:buNone/>
              <a:defRPr sz="1900" b="1"/>
            </a:lvl2pPr>
            <a:lvl3pPr marL="847296" indent="0">
              <a:buNone/>
              <a:defRPr sz="1700" b="1"/>
            </a:lvl3pPr>
            <a:lvl4pPr marL="1270944" indent="0">
              <a:buNone/>
              <a:defRPr sz="1500" b="1"/>
            </a:lvl4pPr>
            <a:lvl5pPr marL="1694590" indent="0">
              <a:buNone/>
              <a:defRPr sz="1500" b="1"/>
            </a:lvl5pPr>
            <a:lvl6pPr marL="2118238" indent="0">
              <a:buNone/>
              <a:defRPr sz="1500" b="1"/>
            </a:lvl6pPr>
            <a:lvl7pPr marL="2541886" indent="0">
              <a:buNone/>
              <a:defRPr sz="1500" b="1"/>
            </a:lvl7pPr>
            <a:lvl8pPr marL="2965534" indent="0">
              <a:buNone/>
              <a:defRPr sz="1500" b="1"/>
            </a:lvl8pPr>
            <a:lvl9pPr marL="3389181" indent="0">
              <a:buNone/>
              <a:defRPr sz="15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15380672" y="13573506"/>
            <a:ext cx="13382288" cy="24660706"/>
          </a:xfrm>
          <a:prstGeom prst="rect">
            <a:avLst/>
          </a:prstGeom>
        </p:spPr>
        <p:txBody>
          <a:bodyPr lIns="84728" tIns="42364" rIns="84728" bIns="42364"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1786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842" y="1714487"/>
            <a:ext cx="27249120" cy="7133696"/>
          </a:xfrm>
          <a:prstGeom prst="rect">
            <a:avLst/>
          </a:prstGeom>
        </p:spPr>
        <p:txBody>
          <a:bodyPr lIns="84728" tIns="42364" rIns="84728" bIns="42364"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3567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98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4475" y="1714502"/>
            <a:ext cx="27247850" cy="71326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3165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842" y="1703996"/>
            <a:ext cx="9960379" cy="7252091"/>
          </a:xfrm>
          <a:prstGeom prst="rect">
            <a:avLst/>
          </a:prstGeom>
        </p:spPr>
        <p:txBody>
          <a:bodyPr lIns="84728" tIns="42364" rIns="84728" bIns="42364" anchor="b"/>
          <a:lstStyle>
            <a:lvl1pPr algn="l">
              <a:defRPr sz="19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836910" y="1703997"/>
            <a:ext cx="16926050" cy="36530217"/>
          </a:xfrm>
          <a:prstGeom prst="rect">
            <a:avLst/>
          </a:prstGeom>
        </p:spPr>
        <p:txBody>
          <a:bodyPr lIns="84728" tIns="42364" rIns="84728" bIns="42364"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513842" y="8956086"/>
            <a:ext cx="9960379" cy="29278126"/>
          </a:xfrm>
          <a:prstGeom prst="rect">
            <a:avLst/>
          </a:prstGeom>
        </p:spPr>
        <p:txBody>
          <a:bodyPr lIns="84728" tIns="42364" rIns="84728" bIns="42364"/>
          <a:lstStyle>
            <a:lvl1pPr marL="0" indent="0">
              <a:buNone/>
              <a:defRPr sz="1300"/>
            </a:lvl1pPr>
            <a:lvl2pPr marL="423648" indent="0">
              <a:buNone/>
              <a:defRPr sz="1100"/>
            </a:lvl2pPr>
            <a:lvl3pPr marL="847296" indent="0">
              <a:buNone/>
              <a:defRPr sz="900"/>
            </a:lvl3pPr>
            <a:lvl4pPr marL="1270944" indent="0">
              <a:buNone/>
              <a:defRPr sz="800"/>
            </a:lvl4pPr>
            <a:lvl5pPr marL="1694590" indent="0">
              <a:buNone/>
              <a:defRPr sz="800"/>
            </a:lvl5pPr>
            <a:lvl6pPr marL="2118238" indent="0">
              <a:buNone/>
              <a:defRPr sz="800"/>
            </a:lvl6pPr>
            <a:lvl7pPr marL="2541886" indent="0">
              <a:buNone/>
              <a:defRPr sz="800"/>
            </a:lvl7pPr>
            <a:lvl8pPr marL="2965534" indent="0">
              <a:buNone/>
              <a:defRPr sz="800"/>
            </a:lvl8pPr>
            <a:lvl9pPr marL="3389181" indent="0">
              <a:buNone/>
              <a:defRPr sz="8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5165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34943" y="29961523"/>
            <a:ext cx="18166080" cy="3536874"/>
          </a:xfrm>
          <a:prstGeom prst="rect">
            <a:avLst/>
          </a:prstGeom>
        </p:spPr>
        <p:txBody>
          <a:bodyPr lIns="84728" tIns="42364" rIns="84728" bIns="42364" anchor="b"/>
          <a:lstStyle>
            <a:lvl1pPr algn="l">
              <a:defRPr sz="19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934943" y="3824622"/>
            <a:ext cx="18166080" cy="25681305"/>
          </a:xfrm>
          <a:prstGeom prst="rect">
            <a:avLst/>
          </a:prstGeom>
        </p:spPr>
        <p:txBody>
          <a:bodyPr lIns="84728" tIns="42364" rIns="84728" bIns="42364"/>
          <a:lstStyle>
            <a:lvl1pPr marL="0" indent="0">
              <a:buNone/>
              <a:defRPr sz="3000"/>
            </a:lvl1pPr>
            <a:lvl2pPr marL="423648" indent="0">
              <a:buNone/>
              <a:defRPr sz="2600"/>
            </a:lvl2pPr>
            <a:lvl3pPr marL="847296" indent="0">
              <a:buNone/>
              <a:defRPr sz="2200"/>
            </a:lvl3pPr>
            <a:lvl4pPr marL="1270944" indent="0">
              <a:buNone/>
              <a:defRPr sz="1900"/>
            </a:lvl4pPr>
            <a:lvl5pPr marL="1694590" indent="0">
              <a:buNone/>
              <a:defRPr sz="1900"/>
            </a:lvl5pPr>
            <a:lvl6pPr marL="2118238" indent="0">
              <a:buNone/>
              <a:defRPr sz="1900"/>
            </a:lvl6pPr>
            <a:lvl7pPr marL="2541886" indent="0">
              <a:buNone/>
              <a:defRPr sz="1900"/>
            </a:lvl7pPr>
            <a:lvl8pPr marL="2965534" indent="0">
              <a:buNone/>
              <a:defRPr sz="1900"/>
            </a:lvl8pPr>
            <a:lvl9pPr marL="3389181" indent="0">
              <a:buNone/>
              <a:defRPr sz="1900"/>
            </a:lvl9pPr>
          </a:lstStyle>
          <a:p>
            <a:pPr lvl="0"/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934943" y="33498399"/>
            <a:ext cx="18166080" cy="5023561"/>
          </a:xfrm>
          <a:prstGeom prst="rect">
            <a:avLst/>
          </a:prstGeom>
        </p:spPr>
        <p:txBody>
          <a:bodyPr lIns="84728" tIns="42364" rIns="84728" bIns="42364"/>
          <a:lstStyle>
            <a:lvl1pPr marL="0" indent="0">
              <a:buNone/>
              <a:defRPr sz="1300"/>
            </a:lvl1pPr>
            <a:lvl2pPr marL="423648" indent="0">
              <a:buNone/>
              <a:defRPr sz="1100"/>
            </a:lvl2pPr>
            <a:lvl3pPr marL="847296" indent="0">
              <a:buNone/>
              <a:defRPr sz="900"/>
            </a:lvl3pPr>
            <a:lvl4pPr marL="1270944" indent="0">
              <a:buNone/>
              <a:defRPr sz="800"/>
            </a:lvl4pPr>
            <a:lvl5pPr marL="1694590" indent="0">
              <a:buNone/>
              <a:defRPr sz="800"/>
            </a:lvl5pPr>
            <a:lvl6pPr marL="2118238" indent="0">
              <a:buNone/>
              <a:defRPr sz="800"/>
            </a:lvl6pPr>
            <a:lvl7pPr marL="2541886" indent="0">
              <a:buNone/>
              <a:defRPr sz="800"/>
            </a:lvl7pPr>
            <a:lvl8pPr marL="2965534" indent="0">
              <a:buNone/>
              <a:defRPr sz="800"/>
            </a:lvl8pPr>
            <a:lvl9pPr marL="3389181" indent="0">
              <a:buNone/>
              <a:defRPr sz="8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063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842" y="1714487"/>
            <a:ext cx="27249120" cy="7133696"/>
          </a:xfrm>
          <a:prstGeom prst="rect">
            <a:avLst/>
          </a:prstGeom>
        </p:spPr>
        <p:txBody>
          <a:bodyPr lIns="84728" tIns="42364" rIns="84728" bIns="42364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513842" y="9987176"/>
            <a:ext cx="27249120" cy="28247038"/>
          </a:xfrm>
          <a:prstGeom prst="rect">
            <a:avLst/>
          </a:prstGeom>
        </p:spPr>
        <p:txBody>
          <a:bodyPr vert="eaVert" lIns="84728" tIns="42364" rIns="84728" bIns="42364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38523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21950680" y="1714485"/>
            <a:ext cx="6812280" cy="36519727"/>
          </a:xfrm>
          <a:prstGeom prst="rect">
            <a:avLst/>
          </a:prstGeom>
        </p:spPr>
        <p:txBody>
          <a:bodyPr vert="eaVert" lIns="84728" tIns="42364" rIns="84728" bIns="42364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513840" y="1714485"/>
            <a:ext cx="20299218" cy="36519727"/>
          </a:xfrm>
          <a:prstGeom prst="rect">
            <a:avLst/>
          </a:prstGeom>
        </p:spPr>
        <p:txBody>
          <a:bodyPr vert="eaVert" lIns="84728" tIns="42364" rIns="84728" bIns="42364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8100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"/>
          <p:cNvSpPr>
            <a:spLocks noChangeArrowheads="1"/>
          </p:cNvSpPr>
          <p:nvPr/>
        </p:nvSpPr>
        <p:spPr bwMode="auto">
          <a:xfrm>
            <a:off x="4745038" y="1054102"/>
            <a:ext cx="161925" cy="9953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28" tIns="42364" rIns="84728" bIns="42364"/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en-US" altLang="de-DE" sz="2200" dirty="0"/>
          </a:p>
        </p:txBody>
      </p:sp>
      <p:sp>
        <p:nvSpPr>
          <p:cNvPr id="1027" name="Freeform 21"/>
          <p:cNvSpPr>
            <a:spLocks/>
          </p:cNvSpPr>
          <p:nvPr/>
        </p:nvSpPr>
        <p:spPr bwMode="auto">
          <a:xfrm>
            <a:off x="149225" y="1301752"/>
            <a:ext cx="558800" cy="747713"/>
          </a:xfrm>
          <a:custGeom>
            <a:avLst/>
            <a:gdLst>
              <a:gd name="T0" fmla="*/ 2147483647 w 389"/>
              <a:gd name="T1" fmla="*/ 2147483647 h 498"/>
              <a:gd name="T2" fmla="*/ 2147483647 w 389"/>
              <a:gd name="T3" fmla="*/ 2147483647 h 498"/>
              <a:gd name="T4" fmla="*/ 2147483647 w 389"/>
              <a:gd name="T5" fmla="*/ 2147483647 h 498"/>
              <a:gd name="T6" fmla="*/ 2147483647 w 389"/>
              <a:gd name="T7" fmla="*/ 2147483647 h 498"/>
              <a:gd name="T8" fmla="*/ 2147483647 w 389"/>
              <a:gd name="T9" fmla="*/ 2147483647 h 498"/>
              <a:gd name="T10" fmla="*/ 2147483647 w 389"/>
              <a:gd name="T11" fmla="*/ 2147483647 h 498"/>
              <a:gd name="T12" fmla="*/ 2147483647 w 389"/>
              <a:gd name="T13" fmla="*/ 2147483647 h 498"/>
              <a:gd name="T14" fmla="*/ 2147483647 w 389"/>
              <a:gd name="T15" fmla="*/ 2147483647 h 498"/>
              <a:gd name="T16" fmla="*/ 2147483647 w 389"/>
              <a:gd name="T17" fmla="*/ 2147483647 h 498"/>
              <a:gd name="T18" fmla="*/ 2147483647 w 389"/>
              <a:gd name="T19" fmla="*/ 2147483647 h 498"/>
              <a:gd name="T20" fmla="*/ 2147483647 w 389"/>
              <a:gd name="T21" fmla="*/ 2147483647 h 498"/>
              <a:gd name="T22" fmla="*/ 2147483647 w 389"/>
              <a:gd name="T23" fmla="*/ 2147483647 h 498"/>
              <a:gd name="T24" fmla="*/ 2147483647 w 389"/>
              <a:gd name="T25" fmla="*/ 2147483647 h 498"/>
              <a:gd name="T26" fmla="*/ 2147483647 w 389"/>
              <a:gd name="T27" fmla="*/ 2147483647 h 498"/>
              <a:gd name="T28" fmla="*/ 2147483647 w 389"/>
              <a:gd name="T29" fmla="*/ 2147483647 h 498"/>
              <a:gd name="T30" fmla="*/ 2147483647 w 389"/>
              <a:gd name="T31" fmla="*/ 2147483647 h 498"/>
              <a:gd name="T32" fmla="*/ 2147483647 w 389"/>
              <a:gd name="T33" fmla="*/ 2147483647 h 498"/>
              <a:gd name="T34" fmla="*/ 2147483647 w 389"/>
              <a:gd name="T35" fmla="*/ 2147483647 h 498"/>
              <a:gd name="T36" fmla="*/ 2147483647 w 389"/>
              <a:gd name="T37" fmla="*/ 2147483647 h 498"/>
              <a:gd name="T38" fmla="*/ 2147483647 w 389"/>
              <a:gd name="T39" fmla="*/ 0 h 498"/>
              <a:gd name="T40" fmla="*/ 2147483647 w 389"/>
              <a:gd name="T41" fmla="*/ 2147483647 h 498"/>
              <a:gd name="T42" fmla="*/ 2147483647 w 389"/>
              <a:gd name="T43" fmla="*/ 2147483647 h 498"/>
              <a:gd name="T44" fmla="*/ 2147483647 w 389"/>
              <a:gd name="T45" fmla="*/ 2147483647 h 498"/>
              <a:gd name="T46" fmla="*/ 2147483647 w 389"/>
              <a:gd name="T47" fmla="*/ 2147483647 h 498"/>
              <a:gd name="T48" fmla="*/ 2147483647 w 389"/>
              <a:gd name="T49" fmla="*/ 2147483647 h 498"/>
              <a:gd name="T50" fmla="*/ 2147483647 w 389"/>
              <a:gd name="T51" fmla="*/ 2147483647 h 498"/>
              <a:gd name="T52" fmla="*/ 2147483647 w 389"/>
              <a:gd name="T53" fmla="*/ 2147483647 h 498"/>
              <a:gd name="T54" fmla="*/ 2147483647 w 389"/>
              <a:gd name="T55" fmla="*/ 2147483647 h 498"/>
              <a:gd name="T56" fmla="*/ 2147483647 w 389"/>
              <a:gd name="T57" fmla="*/ 2147483647 h 498"/>
              <a:gd name="T58" fmla="*/ 2147483647 w 389"/>
              <a:gd name="T59" fmla="*/ 2147483647 h 498"/>
              <a:gd name="T60" fmla="*/ 2147483647 w 389"/>
              <a:gd name="T61" fmla="*/ 2147483647 h 498"/>
              <a:gd name="T62" fmla="*/ 2147483647 w 389"/>
              <a:gd name="T63" fmla="*/ 2147483647 h 498"/>
              <a:gd name="T64" fmla="*/ 2147483647 w 389"/>
              <a:gd name="T65" fmla="*/ 2147483647 h 498"/>
              <a:gd name="T66" fmla="*/ 2147483647 w 389"/>
              <a:gd name="T67" fmla="*/ 2147483647 h 498"/>
              <a:gd name="T68" fmla="*/ 2147483647 w 389"/>
              <a:gd name="T69" fmla="*/ 2147483647 h 498"/>
              <a:gd name="T70" fmla="*/ 2147483647 w 389"/>
              <a:gd name="T71" fmla="*/ 2147483647 h 498"/>
              <a:gd name="T72" fmla="*/ 2147483647 w 389"/>
              <a:gd name="T73" fmla="*/ 2147483647 h 498"/>
              <a:gd name="T74" fmla="*/ 2147483647 w 389"/>
              <a:gd name="T75" fmla="*/ 2147483647 h 498"/>
              <a:gd name="T76" fmla="*/ 2147483647 w 389"/>
              <a:gd name="T77" fmla="*/ 2147483647 h 498"/>
              <a:gd name="T78" fmla="*/ 2147483647 w 389"/>
              <a:gd name="T79" fmla="*/ 2147483647 h 49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89" h="498">
                <a:moveTo>
                  <a:pt x="284" y="498"/>
                </a:moveTo>
                <a:lnTo>
                  <a:pt x="284" y="176"/>
                </a:lnTo>
                <a:lnTo>
                  <a:pt x="284" y="164"/>
                </a:lnTo>
                <a:lnTo>
                  <a:pt x="283" y="153"/>
                </a:lnTo>
                <a:lnTo>
                  <a:pt x="282" y="143"/>
                </a:lnTo>
                <a:lnTo>
                  <a:pt x="281" y="134"/>
                </a:lnTo>
                <a:lnTo>
                  <a:pt x="279" y="127"/>
                </a:lnTo>
                <a:lnTo>
                  <a:pt x="277" y="120"/>
                </a:lnTo>
                <a:lnTo>
                  <a:pt x="274" y="114"/>
                </a:lnTo>
                <a:lnTo>
                  <a:pt x="271" y="109"/>
                </a:lnTo>
                <a:lnTo>
                  <a:pt x="267" y="105"/>
                </a:lnTo>
                <a:lnTo>
                  <a:pt x="264" y="101"/>
                </a:lnTo>
                <a:lnTo>
                  <a:pt x="259" y="98"/>
                </a:lnTo>
                <a:lnTo>
                  <a:pt x="254" y="95"/>
                </a:lnTo>
                <a:lnTo>
                  <a:pt x="249" y="93"/>
                </a:lnTo>
                <a:lnTo>
                  <a:pt x="242" y="92"/>
                </a:lnTo>
                <a:lnTo>
                  <a:pt x="235" y="91"/>
                </a:lnTo>
                <a:lnTo>
                  <a:pt x="228" y="91"/>
                </a:lnTo>
                <a:lnTo>
                  <a:pt x="223" y="92"/>
                </a:lnTo>
                <a:lnTo>
                  <a:pt x="216" y="93"/>
                </a:lnTo>
                <a:lnTo>
                  <a:pt x="210" y="93"/>
                </a:lnTo>
                <a:lnTo>
                  <a:pt x="203" y="96"/>
                </a:lnTo>
                <a:lnTo>
                  <a:pt x="189" y="100"/>
                </a:lnTo>
                <a:lnTo>
                  <a:pt x="176" y="107"/>
                </a:lnTo>
                <a:lnTo>
                  <a:pt x="161" y="115"/>
                </a:lnTo>
                <a:lnTo>
                  <a:pt x="147" y="124"/>
                </a:lnTo>
                <a:lnTo>
                  <a:pt x="134" y="134"/>
                </a:lnTo>
                <a:lnTo>
                  <a:pt x="122" y="146"/>
                </a:lnTo>
                <a:lnTo>
                  <a:pt x="122" y="498"/>
                </a:lnTo>
                <a:lnTo>
                  <a:pt x="18" y="498"/>
                </a:lnTo>
                <a:lnTo>
                  <a:pt x="18" y="141"/>
                </a:lnTo>
                <a:lnTo>
                  <a:pt x="18" y="123"/>
                </a:lnTo>
                <a:lnTo>
                  <a:pt x="17" y="107"/>
                </a:lnTo>
                <a:lnTo>
                  <a:pt x="15" y="91"/>
                </a:lnTo>
                <a:lnTo>
                  <a:pt x="14" y="78"/>
                </a:lnTo>
                <a:lnTo>
                  <a:pt x="12" y="64"/>
                </a:lnTo>
                <a:lnTo>
                  <a:pt x="8" y="52"/>
                </a:lnTo>
                <a:lnTo>
                  <a:pt x="4" y="39"/>
                </a:lnTo>
                <a:lnTo>
                  <a:pt x="0" y="26"/>
                </a:lnTo>
                <a:lnTo>
                  <a:pt x="96" y="0"/>
                </a:lnTo>
                <a:lnTo>
                  <a:pt x="100" y="8"/>
                </a:lnTo>
                <a:lnTo>
                  <a:pt x="103" y="16"/>
                </a:lnTo>
                <a:lnTo>
                  <a:pt x="106" y="24"/>
                </a:lnTo>
                <a:lnTo>
                  <a:pt x="109" y="32"/>
                </a:lnTo>
                <a:lnTo>
                  <a:pt x="111" y="40"/>
                </a:lnTo>
                <a:lnTo>
                  <a:pt x="112" y="49"/>
                </a:lnTo>
                <a:lnTo>
                  <a:pt x="113" y="58"/>
                </a:lnTo>
                <a:lnTo>
                  <a:pt x="113" y="68"/>
                </a:lnTo>
                <a:lnTo>
                  <a:pt x="132" y="52"/>
                </a:lnTo>
                <a:lnTo>
                  <a:pt x="151" y="39"/>
                </a:lnTo>
                <a:lnTo>
                  <a:pt x="160" y="33"/>
                </a:lnTo>
                <a:lnTo>
                  <a:pt x="169" y="28"/>
                </a:lnTo>
                <a:lnTo>
                  <a:pt x="179" y="23"/>
                </a:lnTo>
                <a:lnTo>
                  <a:pt x="188" y="18"/>
                </a:lnTo>
                <a:lnTo>
                  <a:pt x="196" y="14"/>
                </a:lnTo>
                <a:lnTo>
                  <a:pt x="205" y="11"/>
                </a:lnTo>
                <a:lnTo>
                  <a:pt x="215" y="8"/>
                </a:lnTo>
                <a:lnTo>
                  <a:pt x="224" y="5"/>
                </a:lnTo>
                <a:lnTo>
                  <a:pt x="233" y="3"/>
                </a:lnTo>
                <a:lnTo>
                  <a:pt x="243" y="3"/>
                </a:lnTo>
                <a:lnTo>
                  <a:pt x="252" y="1"/>
                </a:lnTo>
                <a:lnTo>
                  <a:pt x="262" y="1"/>
                </a:lnTo>
                <a:lnTo>
                  <a:pt x="275" y="2"/>
                </a:lnTo>
                <a:lnTo>
                  <a:pt x="289" y="3"/>
                </a:lnTo>
                <a:lnTo>
                  <a:pt x="302" y="5"/>
                </a:lnTo>
                <a:lnTo>
                  <a:pt x="313" y="9"/>
                </a:lnTo>
                <a:lnTo>
                  <a:pt x="325" y="14"/>
                </a:lnTo>
                <a:lnTo>
                  <a:pt x="335" y="20"/>
                </a:lnTo>
                <a:lnTo>
                  <a:pt x="345" y="27"/>
                </a:lnTo>
                <a:lnTo>
                  <a:pt x="353" y="35"/>
                </a:lnTo>
                <a:lnTo>
                  <a:pt x="361" y="43"/>
                </a:lnTo>
                <a:lnTo>
                  <a:pt x="368" y="54"/>
                </a:lnTo>
                <a:lnTo>
                  <a:pt x="374" y="65"/>
                </a:lnTo>
                <a:lnTo>
                  <a:pt x="379" y="77"/>
                </a:lnTo>
                <a:lnTo>
                  <a:pt x="383" y="90"/>
                </a:lnTo>
                <a:lnTo>
                  <a:pt x="386" y="104"/>
                </a:lnTo>
                <a:lnTo>
                  <a:pt x="388" y="119"/>
                </a:lnTo>
                <a:lnTo>
                  <a:pt x="389" y="135"/>
                </a:lnTo>
                <a:lnTo>
                  <a:pt x="389" y="498"/>
                </a:lnTo>
                <a:lnTo>
                  <a:pt x="284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28" name="Freeform 22"/>
          <p:cNvSpPr>
            <a:spLocks/>
          </p:cNvSpPr>
          <p:nvPr/>
        </p:nvSpPr>
        <p:spPr bwMode="auto">
          <a:xfrm>
            <a:off x="819152" y="1103313"/>
            <a:ext cx="395288" cy="963612"/>
          </a:xfrm>
          <a:custGeom>
            <a:avLst/>
            <a:gdLst>
              <a:gd name="T0" fmla="*/ 2147483647 w 276"/>
              <a:gd name="T1" fmla="*/ 2147483647 h 643"/>
              <a:gd name="T2" fmla="*/ 2147483647 w 276"/>
              <a:gd name="T3" fmla="*/ 2147483647 h 643"/>
              <a:gd name="T4" fmla="*/ 2147483647 w 276"/>
              <a:gd name="T5" fmla="*/ 2147483647 h 643"/>
              <a:gd name="T6" fmla="*/ 2147483647 w 276"/>
              <a:gd name="T7" fmla="*/ 2147483647 h 643"/>
              <a:gd name="T8" fmla="*/ 2147483647 w 276"/>
              <a:gd name="T9" fmla="*/ 2147483647 h 643"/>
              <a:gd name="T10" fmla="*/ 2147483647 w 276"/>
              <a:gd name="T11" fmla="*/ 2147483647 h 643"/>
              <a:gd name="T12" fmla="*/ 2147483647 w 276"/>
              <a:gd name="T13" fmla="*/ 2147483647 h 643"/>
              <a:gd name="T14" fmla="*/ 2147483647 w 276"/>
              <a:gd name="T15" fmla="*/ 2147483647 h 643"/>
              <a:gd name="T16" fmla="*/ 2147483647 w 276"/>
              <a:gd name="T17" fmla="*/ 2147483647 h 643"/>
              <a:gd name="T18" fmla="*/ 2147483647 w 276"/>
              <a:gd name="T19" fmla="*/ 2147483647 h 643"/>
              <a:gd name="T20" fmla="*/ 2147483647 w 276"/>
              <a:gd name="T21" fmla="*/ 2147483647 h 643"/>
              <a:gd name="T22" fmla="*/ 2147483647 w 276"/>
              <a:gd name="T23" fmla="*/ 2147483647 h 643"/>
              <a:gd name="T24" fmla="*/ 2147483647 w 276"/>
              <a:gd name="T25" fmla="*/ 2147483647 h 643"/>
              <a:gd name="T26" fmla="*/ 2147483647 w 276"/>
              <a:gd name="T27" fmla="*/ 2147483647 h 643"/>
              <a:gd name="T28" fmla="*/ 2147483647 w 276"/>
              <a:gd name="T29" fmla="*/ 2147483647 h 643"/>
              <a:gd name="T30" fmla="*/ 2147483647 w 276"/>
              <a:gd name="T31" fmla="*/ 2147483647 h 643"/>
              <a:gd name="T32" fmla="*/ 2147483647 w 276"/>
              <a:gd name="T33" fmla="*/ 2147483647 h 643"/>
              <a:gd name="T34" fmla="*/ 2147483647 w 276"/>
              <a:gd name="T35" fmla="*/ 2147483647 h 643"/>
              <a:gd name="T36" fmla="*/ 2147483647 w 276"/>
              <a:gd name="T37" fmla="*/ 2147483647 h 643"/>
              <a:gd name="T38" fmla="*/ 2147483647 w 276"/>
              <a:gd name="T39" fmla="*/ 2147483647 h 643"/>
              <a:gd name="T40" fmla="*/ 2147483647 w 276"/>
              <a:gd name="T41" fmla="*/ 2147483647 h 643"/>
              <a:gd name="T42" fmla="*/ 2147483647 w 276"/>
              <a:gd name="T43" fmla="*/ 2147483647 h 643"/>
              <a:gd name="T44" fmla="*/ 2147483647 w 276"/>
              <a:gd name="T45" fmla="*/ 2147483647 h 643"/>
              <a:gd name="T46" fmla="*/ 2147483647 w 276"/>
              <a:gd name="T47" fmla="*/ 2147483647 h 643"/>
              <a:gd name="T48" fmla="*/ 2147483647 w 276"/>
              <a:gd name="T49" fmla="*/ 2147483647 h 643"/>
              <a:gd name="T50" fmla="*/ 0 w 276"/>
              <a:gd name="T51" fmla="*/ 2147483647 h 643"/>
              <a:gd name="T52" fmla="*/ 2147483647 w 276"/>
              <a:gd name="T53" fmla="*/ 2147483647 h 643"/>
              <a:gd name="T54" fmla="*/ 2147483647 w 276"/>
              <a:gd name="T55" fmla="*/ 2147483647 h 643"/>
              <a:gd name="T56" fmla="*/ 2147483647 w 276"/>
              <a:gd name="T57" fmla="*/ 2147483647 h 643"/>
              <a:gd name="T58" fmla="*/ 2147483647 w 276"/>
              <a:gd name="T59" fmla="*/ 2147483647 h 643"/>
              <a:gd name="T60" fmla="*/ 2147483647 w 276"/>
              <a:gd name="T61" fmla="*/ 2147483647 h 643"/>
              <a:gd name="T62" fmla="*/ 2147483647 w 276"/>
              <a:gd name="T63" fmla="*/ 2147483647 h 643"/>
              <a:gd name="T64" fmla="*/ 2147483647 w 276"/>
              <a:gd name="T65" fmla="*/ 2147483647 h 643"/>
              <a:gd name="T66" fmla="*/ 2147483647 w 276"/>
              <a:gd name="T67" fmla="*/ 2147483647 h 643"/>
              <a:gd name="T68" fmla="*/ 2147483647 w 276"/>
              <a:gd name="T69" fmla="*/ 2147483647 h 6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76" h="643">
                <a:moveTo>
                  <a:pt x="159" y="146"/>
                </a:moveTo>
                <a:lnTo>
                  <a:pt x="275" y="146"/>
                </a:lnTo>
                <a:lnTo>
                  <a:pt x="247" y="218"/>
                </a:lnTo>
                <a:lnTo>
                  <a:pt x="158" y="218"/>
                </a:lnTo>
                <a:lnTo>
                  <a:pt x="158" y="491"/>
                </a:lnTo>
                <a:lnTo>
                  <a:pt x="158" y="502"/>
                </a:lnTo>
                <a:lnTo>
                  <a:pt x="158" y="512"/>
                </a:lnTo>
                <a:lnTo>
                  <a:pt x="159" y="521"/>
                </a:lnTo>
                <a:lnTo>
                  <a:pt x="160" y="529"/>
                </a:lnTo>
                <a:lnTo>
                  <a:pt x="162" y="535"/>
                </a:lnTo>
                <a:lnTo>
                  <a:pt x="164" y="542"/>
                </a:lnTo>
                <a:lnTo>
                  <a:pt x="167" y="547"/>
                </a:lnTo>
                <a:lnTo>
                  <a:pt x="170" y="553"/>
                </a:lnTo>
                <a:lnTo>
                  <a:pt x="174" y="556"/>
                </a:lnTo>
                <a:lnTo>
                  <a:pt x="178" y="560"/>
                </a:lnTo>
                <a:lnTo>
                  <a:pt x="183" y="563"/>
                </a:lnTo>
                <a:lnTo>
                  <a:pt x="188" y="565"/>
                </a:lnTo>
                <a:lnTo>
                  <a:pt x="194" y="567"/>
                </a:lnTo>
                <a:lnTo>
                  <a:pt x="201" y="567"/>
                </a:lnTo>
                <a:lnTo>
                  <a:pt x="209" y="568"/>
                </a:lnTo>
                <a:lnTo>
                  <a:pt x="217" y="569"/>
                </a:lnTo>
                <a:lnTo>
                  <a:pt x="228" y="568"/>
                </a:lnTo>
                <a:lnTo>
                  <a:pt x="238" y="567"/>
                </a:lnTo>
                <a:lnTo>
                  <a:pt x="250" y="564"/>
                </a:lnTo>
                <a:lnTo>
                  <a:pt x="262" y="559"/>
                </a:lnTo>
                <a:lnTo>
                  <a:pt x="276" y="623"/>
                </a:lnTo>
                <a:lnTo>
                  <a:pt x="264" y="627"/>
                </a:lnTo>
                <a:lnTo>
                  <a:pt x="252" y="632"/>
                </a:lnTo>
                <a:lnTo>
                  <a:pt x="240" y="635"/>
                </a:lnTo>
                <a:lnTo>
                  <a:pt x="229" y="638"/>
                </a:lnTo>
                <a:lnTo>
                  <a:pt x="217" y="640"/>
                </a:lnTo>
                <a:lnTo>
                  <a:pt x="205" y="642"/>
                </a:lnTo>
                <a:lnTo>
                  <a:pt x="193" y="643"/>
                </a:lnTo>
                <a:lnTo>
                  <a:pt x="180" y="643"/>
                </a:lnTo>
                <a:lnTo>
                  <a:pt x="164" y="643"/>
                </a:lnTo>
                <a:lnTo>
                  <a:pt x="148" y="641"/>
                </a:lnTo>
                <a:lnTo>
                  <a:pt x="134" y="638"/>
                </a:lnTo>
                <a:lnTo>
                  <a:pt x="121" y="634"/>
                </a:lnTo>
                <a:lnTo>
                  <a:pt x="109" y="629"/>
                </a:lnTo>
                <a:lnTo>
                  <a:pt x="99" y="623"/>
                </a:lnTo>
                <a:lnTo>
                  <a:pt x="90" y="615"/>
                </a:lnTo>
                <a:lnTo>
                  <a:pt x="82" y="607"/>
                </a:lnTo>
                <a:lnTo>
                  <a:pt x="75" y="598"/>
                </a:lnTo>
                <a:lnTo>
                  <a:pt x="69" y="588"/>
                </a:lnTo>
                <a:lnTo>
                  <a:pt x="64" y="579"/>
                </a:lnTo>
                <a:lnTo>
                  <a:pt x="60" y="567"/>
                </a:lnTo>
                <a:lnTo>
                  <a:pt x="57" y="556"/>
                </a:lnTo>
                <a:lnTo>
                  <a:pt x="56" y="544"/>
                </a:lnTo>
                <a:lnTo>
                  <a:pt x="54" y="532"/>
                </a:lnTo>
                <a:lnTo>
                  <a:pt x="54" y="519"/>
                </a:lnTo>
                <a:lnTo>
                  <a:pt x="54" y="218"/>
                </a:lnTo>
                <a:lnTo>
                  <a:pt x="0" y="218"/>
                </a:lnTo>
                <a:lnTo>
                  <a:pt x="0" y="146"/>
                </a:lnTo>
                <a:lnTo>
                  <a:pt x="54" y="146"/>
                </a:lnTo>
                <a:lnTo>
                  <a:pt x="54" y="130"/>
                </a:lnTo>
                <a:lnTo>
                  <a:pt x="54" y="115"/>
                </a:lnTo>
                <a:lnTo>
                  <a:pt x="54" y="99"/>
                </a:lnTo>
                <a:lnTo>
                  <a:pt x="54" y="84"/>
                </a:lnTo>
                <a:lnTo>
                  <a:pt x="55" y="68"/>
                </a:lnTo>
                <a:lnTo>
                  <a:pt x="56" y="54"/>
                </a:lnTo>
                <a:lnTo>
                  <a:pt x="57" y="39"/>
                </a:lnTo>
                <a:lnTo>
                  <a:pt x="59" y="26"/>
                </a:lnTo>
                <a:lnTo>
                  <a:pt x="167" y="0"/>
                </a:lnTo>
                <a:lnTo>
                  <a:pt x="165" y="16"/>
                </a:lnTo>
                <a:lnTo>
                  <a:pt x="164" y="33"/>
                </a:lnTo>
                <a:lnTo>
                  <a:pt x="162" y="51"/>
                </a:lnTo>
                <a:lnTo>
                  <a:pt x="161" y="69"/>
                </a:lnTo>
                <a:lnTo>
                  <a:pt x="160" y="89"/>
                </a:lnTo>
                <a:lnTo>
                  <a:pt x="159" y="108"/>
                </a:lnTo>
                <a:lnTo>
                  <a:pt x="159" y="127"/>
                </a:lnTo>
                <a:lnTo>
                  <a:pt x="159" y="1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29" name="Freeform 23"/>
          <p:cNvSpPr>
            <a:spLocks/>
          </p:cNvSpPr>
          <p:nvPr/>
        </p:nvSpPr>
        <p:spPr bwMode="auto">
          <a:xfrm>
            <a:off x="1290638" y="1303340"/>
            <a:ext cx="582612" cy="763587"/>
          </a:xfrm>
          <a:custGeom>
            <a:avLst/>
            <a:gdLst>
              <a:gd name="T0" fmla="*/ 2147483647 w 406"/>
              <a:gd name="T1" fmla="*/ 2147483647 h 509"/>
              <a:gd name="T2" fmla="*/ 2147483647 w 406"/>
              <a:gd name="T3" fmla="*/ 2147483647 h 509"/>
              <a:gd name="T4" fmla="*/ 2147483647 w 406"/>
              <a:gd name="T5" fmla="*/ 2147483647 h 509"/>
              <a:gd name="T6" fmla="*/ 2147483647 w 406"/>
              <a:gd name="T7" fmla="*/ 2147483647 h 509"/>
              <a:gd name="T8" fmla="*/ 2147483647 w 406"/>
              <a:gd name="T9" fmla="*/ 2147483647 h 509"/>
              <a:gd name="T10" fmla="*/ 2147483647 w 406"/>
              <a:gd name="T11" fmla="*/ 2147483647 h 509"/>
              <a:gd name="T12" fmla="*/ 2147483647 w 406"/>
              <a:gd name="T13" fmla="*/ 2147483647 h 509"/>
              <a:gd name="T14" fmla="*/ 2147483647 w 406"/>
              <a:gd name="T15" fmla="*/ 2147483647 h 509"/>
              <a:gd name="T16" fmla="*/ 2147483647 w 406"/>
              <a:gd name="T17" fmla="*/ 2147483647 h 509"/>
              <a:gd name="T18" fmla="*/ 2147483647 w 406"/>
              <a:gd name="T19" fmla="*/ 2147483647 h 509"/>
              <a:gd name="T20" fmla="*/ 2147483647 w 406"/>
              <a:gd name="T21" fmla="*/ 2147483647 h 509"/>
              <a:gd name="T22" fmla="*/ 2147483647 w 406"/>
              <a:gd name="T23" fmla="*/ 2147483647 h 509"/>
              <a:gd name="T24" fmla="*/ 2147483647 w 406"/>
              <a:gd name="T25" fmla="*/ 2147483647 h 509"/>
              <a:gd name="T26" fmla="*/ 2147483647 w 406"/>
              <a:gd name="T27" fmla="*/ 2147483647 h 509"/>
              <a:gd name="T28" fmla="*/ 2147483647 w 406"/>
              <a:gd name="T29" fmla="*/ 2147483647 h 509"/>
              <a:gd name="T30" fmla="*/ 2147483647 w 406"/>
              <a:gd name="T31" fmla="*/ 2147483647 h 509"/>
              <a:gd name="T32" fmla="*/ 2147483647 w 406"/>
              <a:gd name="T33" fmla="*/ 2147483647 h 509"/>
              <a:gd name="T34" fmla="*/ 2147483647 w 406"/>
              <a:gd name="T35" fmla="*/ 2147483647 h 509"/>
              <a:gd name="T36" fmla="*/ 2147483647 w 406"/>
              <a:gd name="T37" fmla="*/ 2147483647 h 509"/>
              <a:gd name="T38" fmla="*/ 2147483647 w 406"/>
              <a:gd name="T39" fmla="*/ 2147483647 h 509"/>
              <a:gd name="T40" fmla="*/ 2147483647 w 406"/>
              <a:gd name="T41" fmla="*/ 2147483647 h 509"/>
              <a:gd name="T42" fmla="*/ 2147483647 w 406"/>
              <a:gd name="T43" fmla="*/ 2147483647 h 509"/>
              <a:gd name="T44" fmla="*/ 2147483647 w 406"/>
              <a:gd name="T45" fmla="*/ 2147483647 h 509"/>
              <a:gd name="T46" fmla="*/ 2147483647 w 406"/>
              <a:gd name="T47" fmla="*/ 2147483647 h 509"/>
              <a:gd name="T48" fmla="*/ 2147483647 w 406"/>
              <a:gd name="T49" fmla="*/ 2147483647 h 509"/>
              <a:gd name="T50" fmla="*/ 2147483647 w 406"/>
              <a:gd name="T51" fmla="*/ 2147483647 h 509"/>
              <a:gd name="T52" fmla="*/ 2147483647 w 406"/>
              <a:gd name="T53" fmla="*/ 2147483647 h 509"/>
              <a:gd name="T54" fmla="*/ 0 w 406"/>
              <a:gd name="T55" fmla="*/ 2147483647 h 509"/>
              <a:gd name="T56" fmla="*/ 0 w 406"/>
              <a:gd name="T57" fmla="*/ 2147483647 h 509"/>
              <a:gd name="T58" fmla="*/ 2147483647 w 406"/>
              <a:gd name="T59" fmla="*/ 2147483647 h 509"/>
              <a:gd name="T60" fmla="*/ 2147483647 w 406"/>
              <a:gd name="T61" fmla="*/ 2147483647 h 509"/>
              <a:gd name="T62" fmla="*/ 2147483647 w 406"/>
              <a:gd name="T63" fmla="*/ 2147483647 h 509"/>
              <a:gd name="T64" fmla="*/ 2147483647 w 406"/>
              <a:gd name="T65" fmla="*/ 2147483647 h 509"/>
              <a:gd name="T66" fmla="*/ 2147483647 w 406"/>
              <a:gd name="T67" fmla="*/ 2147483647 h 509"/>
              <a:gd name="T68" fmla="*/ 2147483647 w 406"/>
              <a:gd name="T69" fmla="*/ 2147483647 h 509"/>
              <a:gd name="T70" fmla="*/ 2147483647 w 406"/>
              <a:gd name="T71" fmla="*/ 2147483647 h 509"/>
              <a:gd name="T72" fmla="*/ 2147483647 w 406"/>
              <a:gd name="T73" fmla="*/ 2147483647 h 509"/>
              <a:gd name="T74" fmla="*/ 2147483647 w 406"/>
              <a:gd name="T75" fmla="*/ 2147483647 h 509"/>
              <a:gd name="T76" fmla="*/ 2147483647 w 406"/>
              <a:gd name="T77" fmla="*/ 0 h 509"/>
              <a:gd name="T78" fmla="*/ 2147483647 w 406"/>
              <a:gd name="T79" fmla="*/ 2147483647 h 509"/>
              <a:gd name="T80" fmla="*/ 2147483647 w 406"/>
              <a:gd name="T81" fmla="*/ 2147483647 h 509"/>
              <a:gd name="T82" fmla="*/ 2147483647 w 406"/>
              <a:gd name="T83" fmla="*/ 2147483647 h 509"/>
              <a:gd name="T84" fmla="*/ 2147483647 w 406"/>
              <a:gd name="T85" fmla="*/ 2147483647 h 509"/>
              <a:gd name="T86" fmla="*/ 2147483647 w 406"/>
              <a:gd name="T87" fmla="*/ 2147483647 h 509"/>
              <a:gd name="T88" fmla="*/ 2147483647 w 406"/>
              <a:gd name="T89" fmla="*/ 2147483647 h 509"/>
              <a:gd name="T90" fmla="*/ 2147483647 w 406"/>
              <a:gd name="T91" fmla="*/ 2147483647 h 509"/>
              <a:gd name="T92" fmla="*/ 2147483647 w 406"/>
              <a:gd name="T93" fmla="*/ 2147483647 h 509"/>
              <a:gd name="T94" fmla="*/ 2147483647 w 406"/>
              <a:gd name="T95" fmla="*/ 2147483647 h 509"/>
              <a:gd name="T96" fmla="*/ 2147483647 w 406"/>
              <a:gd name="T97" fmla="*/ 2147483647 h 509"/>
              <a:gd name="T98" fmla="*/ 2147483647 w 406"/>
              <a:gd name="T99" fmla="*/ 2147483647 h 509"/>
              <a:gd name="T100" fmla="*/ 2147483647 w 406"/>
              <a:gd name="T101" fmla="*/ 2147483647 h 509"/>
              <a:gd name="T102" fmla="*/ 2147483647 w 406"/>
              <a:gd name="T103" fmla="*/ 2147483647 h 509"/>
              <a:gd name="T104" fmla="*/ 2147483647 w 406"/>
              <a:gd name="T105" fmla="*/ 2147483647 h 509"/>
              <a:gd name="T106" fmla="*/ 2147483647 w 406"/>
              <a:gd name="T107" fmla="*/ 2147483647 h 509"/>
              <a:gd name="T108" fmla="*/ 2147483647 w 406"/>
              <a:gd name="T109" fmla="*/ 2147483647 h 509"/>
              <a:gd name="T110" fmla="*/ 2147483647 w 406"/>
              <a:gd name="T111" fmla="*/ 2147483647 h 509"/>
              <a:gd name="T112" fmla="*/ 2147483647 w 406"/>
              <a:gd name="T113" fmla="*/ 2147483647 h 509"/>
              <a:gd name="T114" fmla="*/ 2147483647 w 406"/>
              <a:gd name="T115" fmla="*/ 2147483647 h 509"/>
              <a:gd name="T116" fmla="*/ 2147483647 w 406"/>
              <a:gd name="T117" fmla="*/ 2147483647 h 509"/>
              <a:gd name="T118" fmla="*/ 2147483647 w 406"/>
              <a:gd name="T119" fmla="*/ 2147483647 h 509"/>
              <a:gd name="T120" fmla="*/ 2147483647 w 406"/>
              <a:gd name="T121" fmla="*/ 2147483647 h 509"/>
              <a:gd name="T122" fmla="*/ 2147483647 w 406"/>
              <a:gd name="T123" fmla="*/ 2147483647 h 50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06" h="509">
                <a:moveTo>
                  <a:pt x="116" y="283"/>
                </a:moveTo>
                <a:lnTo>
                  <a:pt x="116" y="290"/>
                </a:lnTo>
                <a:lnTo>
                  <a:pt x="116" y="303"/>
                </a:lnTo>
                <a:lnTo>
                  <a:pt x="117" y="316"/>
                </a:lnTo>
                <a:lnTo>
                  <a:pt x="119" y="328"/>
                </a:lnTo>
                <a:lnTo>
                  <a:pt x="121" y="340"/>
                </a:lnTo>
                <a:lnTo>
                  <a:pt x="124" y="352"/>
                </a:lnTo>
                <a:lnTo>
                  <a:pt x="128" y="364"/>
                </a:lnTo>
                <a:lnTo>
                  <a:pt x="134" y="375"/>
                </a:lnTo>
                <a:lnTo>
                  <a:pt x="140" y="385"/>
                </a:lnTo>
                <a:lnTo>
                  <a:pt x="147" y="395"/>
                </a:lnTo>
                <a:lnTo>
                  <a:pt x="156" y="403"/>
                </a:lnTo>
                <a:lnTo>
                  <a:pt x="161" y="407"/>
                </a:lnTo>
                <a:lnTo>
                  <a:pt x="166" y="410"/>
                </a:lnTo>
                <a:lnTo>
                  <a:pt x="171" y="413"/>
                </a:lnTo>
                <a:lnTo>
                  <a:pt x="177" y="417"/>
                </a:lnTo>
                <a:lnTo>
                  <a:pt x="183" y="419"/>
                </a:lnTo>
                <a:lnTo>
                  <a:pt x="190" y="422"/>
                </a:lnTo>
                <a:lnTo>
                  <a:pt x="196" y="424"/>
                </a:lnTo>
                <a:lnTo>
                  <a:pt x="203" y="426"/>
                </a:lnTo>
                <a:lnTo>
                  <a:pt x="210" y="427"/>
                </a:lnTo>
                <a:lnTo>
                  <a:pt x="219" y="428"/>
                </a:lnTo>
                <a:lnTo>
                  <a:pt x="227" y="429"/>
                </a:lnTo>
                <a:lnTo>
                  <a:pt x="236" y="429"/>
                </a:lnTo>
                <a:lnTo>
                  <a:pt x="244" y="429"/>
                </a:lnTo>
                <a:lnTo>
                  <a:pt x="252" y="428"/>
                </a:lnTo>
                <a:lnTo>
                  <a:pt x="260" y="428"/>
                </a:lnTo>
                <a:lnTo>
                  <a:pt x="269" y="426"/>
                </a:lnTo>
                <a:lnTo>
                  <a:pt x="276" y="424"/>
                </a:lnTo>
                <a:lnTo>
                  <a:pt x="284" y="422"/>
                </a:lnTo>
                <a:lnTo>
                  <a:pt x="292" y="419"/>
                </a:lnTo>
                <a:lnTo>
                  <a:pt x="299" y="417"/>
                </a:lnTo>
                <a:lnTo>
                  <a:pt x="314" y="410"/>
                </a:lnTo>
                <a:lnTo>
                  <a:pt x="329" y="401"/>
                </a:lnTo>
                <a:lnTo>
                  <a:pt x="342" y="392"/>
                </a:lnTo>
                <a:lnTo>
                  <a:pt x="356" y="381"/>
                </a:lnTo>
                <a:lnTo>
                  <a:pt x="397" y="445"/>
                </a:lnTo>
                <a:lnTo>
                  <a:pt x="389" y="453"/>
                </a:lnTo>
                <a:lnTo>
                  <a:pt x="378" y="460"/>
                </a:lnTo>
                <a:lnTo>
                  <a:pt x="368" y="467"/>
                </a:lnTo>
                <a:lnTo>
                  <a:pt x="358" y="474"/>
                </a:lnTo>
                <a:lnTo>
                  <a:pt x="348" y="479"/>
                </a:lnTo>
                <a:lnTo>
                  <a:pt x="337" y="485"/>
                </a:lnTo>
                <a:lnTo>
                  <a:pt x="327" y="489"/>
                </a:lnTo>
                <a:lnTo>
                  <a:pt x="315" y="494"/>
                </a:lnTo>
                <a:lnTo>
                  <a:pt x="305" y="498"/>
                </a:lnTo>
                <a:lnTo>
                  <a:pt x="294" y="500"/>
                </a:lnTo>
                <a:lnTo>
                  <a:pt x="282" y="503"/>
                </a:lnTo>
                <a:lnTo>
                  <a:pt x="271" y="506"/>
                </a:lnTo>
                <a:lnTo>
                  <a:pt x="259" y="507"/>
                </a:lnTo>
                <a:lnTo>
                  <a:pt x="247" y="509"/>
                </a:lnTo>
                <a:lnTo>
                  <a:pt x="235" y="509"/>
                </a:lnTo>
                <a:lnTo>
                  <a:pt x="223" y="509"/>
                </a:lnTo>
                <a:lnTo>
                  <a:pt x="210" y="509"/>
                </a:lnTo>
                <a:lnTo>
                  <a:pt x="198" y="508"/>
                </a:lnTo>
                <a:lnTo>
                  <a:pt x="186" y="507"/>
                </a:lnTo>
                <a:lnTo>
                  <a:pt x="174" y="505"/>
                </a:lnTo>
                <a:lnTo>
                  <a:pt x="163" y="503"/>
                </a:lnTo>
                <a:lnTo>
                  <a:pt x="152" y="499"/>
                </a:lnTo>
                <a:lnTo>
                  <a:pt x="140" y="496"/>
                </a:lnTo>
                <a:lnTo>
                  <a:pt x="130" y="492"/>
                </a:lnTo>
                <a:lnTo>
                  <a:pt x="120" y="487"/>
                </a:lnTo>
                <a:lnTo>
                  <a:pt x="111" y="482"/>
                </a:lnTo>
                <a:lnTo>
                  <a:pt x="101" y="476"/>
                </a:lnTo>
                <a:lnTo>
                  <a:pt x="92" y="470"/>
                </a:lnTo>
                <a:lnTo>
                  <a:pt x="83" y="463"/>
                </a:lnTo>
                <a:lnTo>
                  <a:pt x="75" y="457"/>
                </a:lnTo>
                <a:lnTo>
                  <a:pt x="67" y="448"/>
                </a:lnTo>
                <a:lnTo>
                  <a:pt x="60" y="441"/>
                </a:lnTo>
                <a:lnTo>
                  <a:pt x="52" y="432"/>
                </a:lnTo>
                <a:lnTo>
                  <a:pt x="46" y="423"/>
                </a:lnTo>
                <a:lnTo>
                  <a:pt x="40" y="414"/>
                </a:lnTo>
                <a:lnTo>
                  <a:pt x="34" y="404"/>
                </a:lnTo>
                <a:lnTo>
                  <a:pt x="29" y="394"/>
                </a:lnTo>
                <a:lnTo>
                  <a:pt x="23" y="383"/>
                </a:lnTo>
                <a:lnTo>
                  <a:pt x="19" y="372"/>
                </a:lnTo>
                <a:lnTo>
                  <a:pt x="15" y="360"/>
                </a:lnTo>
                <a:lnTo>
                  <a:pt x="11" y="349"/>
                </a:lnTo>
                <a:lnTo>
                  <a:pt x="8" y="337"/>
                </a:lnTo>
                <a:lnTo>
                  <a:pt x="6" y="324"/>
                </a:lnTo>
                <a:lnTo>
                  <a:pt x="3" y="311"/>
                </a:lnTo>
                <a:lnTo>
                  <a:pt x="2" y="297"/>
                </a:lnTo>
                <a:lnTo>
                  <a:pt x="0" y="284"/>
                </a:lnTo>
                <a:lnTo>
                  <a:pt x="0" y="270"/>
                </a:lnTo>
                <a:lnTo>
                  <a:pt x="0" y="255"/>
                </a:lnTo>
                <a:lnTo>
                  <a:pt x="0" y="240"/>
                </a:lnTo>
                <a:lnTo>
                  <a:pt x="0" y="224"/>
                </a:lnTo>
                <a:lnTo>
                  <a:pt x="1" y="210"/>
                </a:lnTo>
                <a:lnTo>
                  <a:pt x="3" y="197"/>
                </a:lnTo>
                <a:lnTo>
                  <a:pt x="5" y="183"/>
                </a:lnTo>
                <a:lnTo>
                  <a:pt x="8" y="171"/>
                </a:lnTo>
                <a:lnTo>
                  <a:pt x="11" y="158"/>
                </a:lnTo>
                <a:lnTo>
                  <a:pt x="14" y="146"/>
                </a:lnTo>
                <a:lnTo>
                  <a:pt x="17" y="135"/>
                </a:lnTo>
                <a:lnTo>
                  <a:pt x="22" y="124"/>
                </a:lnTo>
                <a:lnTo>
                  <a:pt x="27" y="113"/>
                </a:lnTo>
                <a:lnTo>
                  <a:pt x="32" y="104"/>
                </a:lnTo>
                <a:lnTo>
                  <a:pt x="38" y="93"/>
                </a:lnTo>
                <a:lnTo>
                  <a:pt x="45" y="83"/>
                </a:lnTo>
                <a:lnTo>
                  <a:pt x="52" y="74"/>
                </a:lnTo>
                <a:lnTo>
                  <a:pt x="60" y="66"/>
                </a:lnTo>
                <a:lnTo>
                  <a:pt x="67" y="57"/>
                </a:lnTo>
                <a:lnTo>
                  <a:pt x="75" y="50"/>
                </a:lnTo>
                <a:lnTo>
                  <a:pt x="83" y="42"/>
                </a:lnTo>
                <a:lnTo>
                  <a:pt x="91" y="36"/>
                </a:lnTo>
                <a:lnTo>
                  <a:pt x="99" y="31"/>
                </a:lnTo>
                <a:lnTo>
                  <a:pt x="108" y="25"/>
                </a:lnTo>
                <a:lnTo>
                  <a:pt x="117" y="20"/>
                </a:lnTo>
                <a:lnTo>
                  <a:pt x="126" y="16"/>
                </a:lnTo>
                <a:lnTo>
                  <a:pt x="135" y="12"/>
                </a:lnTo>
                <a:lnTo>
                  <a:pt x="145" y="9"/>
                </a:lnTo>
                <a:lnTo>
                  <a:pt x="155" y="6"/>
                </a:lnTo>
                <a:lnTo>
                  <a:pt x="165" y="4"/>
                </a:lnTo>
                <a:lnTo>
                  <a:pt x="175" y="2"/>
                </a:lnTo>
                <a:lnTo>
                  <a:pt x="187" y="1"/>
                </a:lnTo>
                <a:lnTo>
                  <a:pt x="197" y="0"/>
                </a:lnTo>
                <a:lnTo>
                  <a:pt x="209" y="0"/>
                </a:lnTo>
                <a:lnTo>
                  <a:pt x="227" y="1"/>
                </a:lnTo>
                <a:lnTo>
                  <a:pt x="244" y="2"/>
                </a:lnTo>
                <a:lnTo>
                  <a:pt x="253" y="4"/>
                </a:lnTo>
                <a:lnTo>
                  <a:pt x="261" y="6"/>
                </a:lnTo>
                <a:lnTo>
                  <a:pt x="269" y="8"/>
                </a:lnTo>
                <a:lnTo>
                  <a:pt x="278" y="11"/>
                </a:lnTo>
                <a:lnTo>
                  <a:pt x="286" y="14"/>
                </a:lnTo>
                <a:lnTo>
                  <a:pt x="295" y="18"/>
                </a:lnTo>
                <a:lnTo>
                  <a:pt x="303" y="22"/>
                </a:lnTo>
                <a:lnTo>
                  <a:pt x="310" y="26"/>
                </a:lnTo>
                <a:lnTo>
                  <a:pt x="318" y="31"/>
                </a:lnTo>
                <a:lnTo>
                  <a:pt x="327" y="37"/>
                </a:lnTo>
                <a:lnTo>
                  <a:pt x="334" y="43"/>
                </a:lnTo>
                <a:lnTo>
                  <a:pt x="342" y="50"/>
                </a:lnTo>
                <a:lnTo>
                  <a:pt x="350" y="57"/>
                </a:lnTo>
                <a:lnTo>
                  <a:pt x="357" y="66"/>
                </a:lnTo>
                <a:lnTo>
                  <a:pt x="364" y="74"/>
                </a:lnTo>
                <a:lnTo>
                  <a:pt x="370" y="83"/>
                </a:lnTo>
                <a:lnTo>
                  <a:pt x="376" y="93"/>
                </a:lnTo>
                <a:lnTo>
                  <a:pt x="381" y="104"/>
                </a:lnTo>
                <a:lnTo>
                  <a:pt x="386" y="115"/>
                </a:lnTo>
                <a:lnTo>
                  <a:pt x="389" y="127"/>
                </a:lnTo>
                <a:lnTo>
                  <a:pt x="393" y="141"/>
                </a:lnTo>
                <a:lnTo>
                  <a:pt x="397" y="155"/>
                </a:lnTo>
                <a:lnTo>
                  <a:pt x="399" y="170"/>
                </a:lnTo>
                <a:lnTo>
                  <a:pt x="401" y="185"/>
                </a:lnTo>
                <a:lnTo>
                  <a:pt x="403" y="203"/>
                </a:lnTo>
                <a:lnTo>
                  <a:pt x="404" y="221"/>
                </a:lnTo>
                <a:lnTo>
                  <a:pt x="405" y="241"/>
                </a:lnTo>
                <a:lnTo>
                  <a:pt x="406" y="261"/>
                </a:lnTo>
                <a:lnTo>
                  <a:pt x="406" y="283"/>
                </a:lnTo>
                <a:lnTo>
                  <a:pt x="116" y="283"/>
                </a:lnTo>
                <a:lnTo>
                  <a:pt x="209" y="80"/>
                </a:lnTo>
                <a:lnTo>
                  <a:pt x="198" y="80"/>
                </a:lnTo>
                <a:lnTo>
                  <a:pt x="187" y="82"/>
                </a:lnTo>
                <a:lnTo>
                  <a:pt x="178" y="85"/>
                </a:lnTo>
                <a:lnTo>
                  <a:pt x="169" y="89"/>
                </a:lnTo>
                <a:lnTo>
                  <a:pt x="161" y="93"/>
                </a:lnTo>
                <a:lnTo>
                  <a:pt x="153" y="99"/>
                </a:lnTo>
                <a:lnTo>
                  <a:pt x="146" y="106"/>
                </a:lnTo>
                <a:lnTo>
                  <a:pt x="140" y="113"/>
                </a:lnTo>
                <a:lnTo>
                  <a:pt x="134" y="121"/>
                </a:lnTo>
                <a:lnTo>
                  <a:pt x="130" y="131"/>
                </a:lnTo>
                <a:lnTo>
                  <a:pt x="126" y="142"/>
                </a:lnTo>
                <a:lnTo>
                  <a:pt x="122" y="153"/>
                </a:lnTo>
                <a:lnTo>
                  <a:pt x="120" y="165"/>
                </a:lnTo>
                <a:lnTo>
                  <a:pt x="118" y="177"/>
                </a:lnTo>
                <a:lnTo>
                  <a:pt x="117" y="191"/>
                </a:lnTo>
                <a:lnTo>
                  <a:pt x="117" y="206"/>
                </a:lnTo>
                <a:lnTo>
                  <a:pt x="296" y="206"/>
                </a:lnTo>
                <a:lnTo>
                  <a:pt x="295" y="191"/>
                </a:lnTo>
                <a:lnTo>
                  <a:pt x="295" y="177"/>
                </a:lnTo>
                <a:lnTo>
                  <a:pt x="292" y="165"/>
                </a:lnTo>
                <a:lnTo>
                  <a:pt x="290" y="153"/>
                </a:lnTo>
                <a:lnTo>
                  <a:pt x="286" y="142"/>
                </a:lnTo>
                <a:lnTo>
                  <a:pt x="282" y="131"/>
                </a:lnTo>
                <a:lnTo>
                  <a:pt x="277" y="121"/>
                </a:lnTo>
                <a:lnTo>
                  <a:pt x="272" y="113"/>
                </a:lnTo>
                <a:lnTo>
                  <a:pt x="266" y="106"/>
                </a:lnTo>
                <a:lnTo>
                  <a:pt x="260" y="99"/>
                </a:lnTo>
                <a:lnTo>
                  <a:pt x="252" y="93"/>
                </a:lnTo>
                <a:lnTo>
                  <a:pt x="245" y="89"/>
                </a:lnTo>
                <a:lnTo>
                  <a:pt x="237" y="85"/>
                </a:lnTo>
                <a:lnTo>
                  <a:pt x="228" y="82"/>
                </a:lnTo>
                <a:lnTo>
                  <a:pt x="219" y="80"/>
                </a:lnTo>
                <a:lnTo>
                  <a:pt x="209" y="80"/>
                </a:lnTo>
                <a:lnTo>
                  <a:pt x="116" y="2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0" name="Freeform 24"/>
          <p:cNvSpPr>
            <a:spLocks/>
          </p:cNvSpPr>
          <p:nvPr/>
        </p:nvSpPr>
        <p:spPr bwMode="auto">
          <a:xfrm>
            <a:off x="1998663" y="1301752"/>
            <a:ext cx="395287" cy="747713"/>
          </a:xfrm>
          <a:custGeom>
            <a:avLst/>
            <a:gdLst>
              <a:gd name="T0" fmla="*/ 2147483647 w 276"/>
              <a:gd name="T1" fmla="*/ 2147483647 h 498"/>
              <a:gd name="T2" fmla="*/ 2147483647 w 276"/>
              <a:gd name="T3" fmla="*/ 2147483647 h 498"/>
              <a:gd name="T4" fmla="*/ 2147483647 w 276"/>
              <a:gd name="T5" fmla="*/ 2147483647 h 498"/>
              <a:gd name="T6" fmla="*/ 2147483647 w 276"/>
              <a:gd name="T7" fmla="*/ 2147483647 h 498"/>
              <a:gd name="T8" fmla="*/ 2147483647 w 276"/>
              <a:gd name="T9" fmla="*/ 2147483647 h 498"/>
              <a:gd name="T10" fmla="*/ 2147483647 w 276"/>
              <a:gd name="T11" fmla="*/ 2147483647 h 498"/>
              <a:gd name="T12" fmla="*/ 2147483647 w 276"/>
              <a:gd name="T13" fmla="*/ 2147483647 h 498"/>
              <a:gd name="T14" fmla="*/ 2147483647 w 276"/>
              <a:gd name="T15" fmla="*/ 2147483647 h 498"/>
              <a:gd name="T16" fmla="*/ 2147483647 w 276"/>
              <a:gd name="T17" fmla="*/ 2147483647 h 498"/>
              <a:gd name="T18" fmla="*/ 2147483647 w 276"/>
              <a:gd name="T19" fmla="*/ 2147483647 h 498"/>
              <a:gd name="T20" fmla="*/ 2147483647 w 276"/>
              <a:gd name="T21" fmla="*/ 2147483647 h 498"/>
              <a:gd name="T22" fmla="*/ 2147483647 w 276"/>
              <a:gd name="T23" fmla="*/ 2147483647 h 498"/>
              <a:gd name="T24" fmla="*/ 2147483647 w 276"/>
              <a:gd name="T25" fmla="*/ 2147483647 h 498"/>
              <a:gd name="T26" fmla="*/ 2147483647 w 276"/>
              <a:gd name="T27" fmla="*/ 2147483647 h 498"/>
              <a:gd name="T28" fmla="*/ 2147483647 w 276"/>
              <a:gd name="T29" fmla="*/ 2147483647 h 498"/>
              <a:gd name="T30" fmla="*/ 2147483647 w 276"/>
              <a:gd name="T31" fmla="*/ 2147483647 h 498"/>
              <a:gd name="T32" fmla="*/ 2147483647 w 276"/>
              <a:gd name="T33" fmla="*/ 2147483647 h 498"/>
              <a:gd name="T34" fmla="*/ 2147483647 w 276"/>
              <a:gd name="T35" fmla="*/ 2147483647 h 498"/>
              <a:gd name="T36" fmla="*/ 2147483647 w 276"/>
              <a:gd name="T37" fmla="*/ 2147483647 h 498"/>
              <a:gd name="T38" fmla="*/ 2147483647 w 276"/>
              <a:gd name="T39" fmla="*/ 2147483647 h 498"/>
              <a:gd name="T40" fmla="*/ 2147483647 w 276"/>
              <a:gd name="T41" fmla="*/ 2147483647 h 498"/>
              <a:gd name="T42" fmla="*/ 2147483647 w 276"/>
              <a:gd name="T43" fmla="*/ 2147483647 h 498"/>
              <a:gd name="T44" fmla="*/ 2147483647 w 276"/>
              <a:gd name="T45" fmla="*/ 2147483647 h 498"/>
              <a:gd name="T46" fmla="*/ 2147483647 w 276"/>
              <a:gd name="T47" fmla="*/ 2147483647 h 498"/>
              <a:gd name="T48" fmla="*/ 2147483647 w 276"/>
              <a:gd name="T49" fmla="*/ 2147483647 h 498"/>
              <a:gd name="T50" fmla="*/ 2147483647 w 276"/>
              <a:gd name="T51" fmla="*/ 2147483647 h 498"/>
              <a:gd name="T52" fmla="*/ 2147483647 w 276"/>
              <a:gd name="T53" fmla="*/ 2147483647 h 498"/>
              <a:gd name="T54" fmla="*/ 2147483647 w 276"/>
              <a:gd name="T55" fmla="*/ 2147483647 h 498"/>
              <a:gd name="T56" fmla="*/ 2147483647 w 276"/>
              <a:gd name="T57" fmla="*/ 2147483647 h 498"/>
              <a:gd name="T58" fmla="*/ 2147483647 w 276"/>
              <a:gd name="T59" fmla="*/ 2147483647 h 498"/>
              <a:gd name="T60" fmla="*/ 2147483647 w 276"/>
              <a:gd name="T61" fmla="*/ 2147483647 h 498"/>
              <a:gd name="T62" fmla="*/ 0 w 276"/>
              <a:gd name="T63" fmla="*/ 2147483647 h 498"/>
              <a:gd name="T64" fmla="*/ 2147483647 w 276"/>
              <a:gd name="T65" fmla="*/ 0 h 498"/>
              <a:gd name="T66" fmla="*/ 2147483647 w 276"/>
              <a:gd name="T67" fmla="*/ 2147483647 h 498"/>
              <a:gd name="T68" fmla="*/ 2147483647 w 276"/>
              <a:gd name="T69" fmla="*/ 2147483647 h 498"/>
              <a:gd name="T70" fmla="*/ 2147483647 w 276"/>
              <a:gd name="T71" fmla="*/ 2147483647 h 498"/>
              <a:gd name="T72" fmla="*/ 2147483647 w 276"/>
              <a:gd name="T73" fmla="*/ 2147483647 h 498"/>
              <a:gd name="T74" fmla="*/ 2147483647 w 276"/>
              <a:gd name="T75" fmla="*/ 2147483647 h 498"/>
              <a:gd name="T76" fmla="*/ 2147483647 w 276"/>
              <a:gd name="T77" fmla="*/ 2147483647 h 498"/>
              <a:gd name="T78" fmla="*/ 2147483647 w 276"/>
              <a:gd name="T79" fmla="*/ 2147483647 h 498"/>
              <a:gd name="T80" fmla="*/ 2147483647 w 276"/>
              <a:gd name="T81" fmla="*/ 2147483647 h 498"/>
              <a:gd name="T82" fmla="*/ 2147483647 w 276"/>
              <a:gd name="T83" fmla="*/ 2147483647 h 498"/>
              <a:gd name="T84" fmla="*/ 2147483647 w 276"/>
              <a:gd name="T85" fmla="*/ 2147483647 h 498"/>
              <a:gd name="T86" fmla="*/ 2147483647 w 276"/>
              <a:gd name="T87" fmla="*/ 2147483647 h 498"/>
              <a:gd name="T88" fmla="*/ 2147483647 w 276"/>
              <a:gd name="T89" fmla="*/ 2147483647 h 498"/>
              <a:gd name="T90" fmla="*/ 2147483647 w 276"/>
              <a:gd name="T91" fmla="*/ 2147483647 h 498"/>
              <a:gd name="T92" fmla="*/ 2147483647 w 276"/>
              <a:gd name="T93" fmla="*/ 2147483647 h 498"/>
              <a:gd name="T94" fmla="*/ 2147483647 w 276"/>
              <a:gd name="T95" fmla="*/ 2147483647 h 498"/>
              <a:gd name="T96" fmla="*/ 2147483647 w 276"/>
              <a:gd name="T97" fmla="*/ 2147483647 h 498"/>
              <a:gd name="T98" fmla="*/ 2147483647 w 276"/>
              <a:gd name="T99" fmla="*/ 2147483647 h 498"/>
              <a:gd name="T100" fmla="*/ 2147483647 w 276"/>
              <a:gd name="T101" fmla="*/ 2147483647 h 498"/>
              <a:gd name="T102" fmla="*/ 2147483647 w 276"/>
              <a:gd name="T103" fmla="*/ 2147483647 h 498"/>
              <a:gd name="T104" fmla="*/ 2147483647 w 276"/>
              <a:gd name="T105" fmla="*/ 2147483647 h 498"/>
              <a:gd name="T106" fmla="*/ 2147483647 w 276"/>
              <a:gd name="T107" fmla="*/ 2147483647 h 498"/>
              <a:gd name="T108" fmla="*/ 2147483647 w 276"/>
              <a:gd name="T109" fmla="*/ 0 h 498"/>
              <a:gd name="T110" fmla="*/ 2147483647 w 276"/>
              <a:gd name="T111" fmla="*/ 0 h 498"/>
              <a:gd name="T112" fmla="*/ 2147483647 w 276"/>
              <a:gd name="T113" fmla="*/ 0 h 498"/>
              <a:gd name="T114" fmla="*/ 2147483647 w 276"/>
              <a:gd name="T115" fmla="*/ 0 h 498"/>
              <a:gd name="T116" fmla="*/ 2147483647 w 276"/>
              <a:gd name="T117" fmla="*/ 2147483647 h 498"/>
              <a:gd name="T118" fmla="*/ 2147483647 w 276"/>
              <a:gd name="T119" fmla="*/ 2147483647 h 498"/>
              <a:gd name="T120" fmla="*/ 2147483647 w 276"/>
              <a:gd name="T121" fmla="*/ 2147483647 h 498"/>
              <a:gd name="T122" fmla="*/ 2147483647 w 276"/>
              <a:gd name="T123" fmla="*/ 2147483647 h 49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76" h="498">
                <a:moveTo>
                  <a:pt x="243" y="105"/>
                </a:moveTo>
                <a:lnTo>
                  <a:pt x="236" y="102"/>
                </a:lnTo>
                <a:lnTo>
                  <a:pt x="229" y="100"/>
                </a:lnTo>
                <a:lnTo>
                  <a:pt x="222" y="99"/>
                </a:lnTo>
                <a:lnTo>
                  <a:pt x="213" y="98"/>
                </a:lnTo>
                <a:lnTo>
                  <a:pt x="205" y="99"/>
                </a:lnTo>
                <a:lnTo>
                  <a:pt x="198" y="99"/>
                </a:lnTo>
                <a:lnTo>
                  <a:pt x="190" y="102"/>
                </a:lnTo>
                <a:lnTo>
                  <a:pt x="182" y="104"/>
                </a:lnTo>
                <a:lnTo>
                  <a:pt x="175" y="107"/>
                </a:lnTo>
                <a:lnTo>
                  <a:pt x="168" y="110"/>
                </a:lnTo>
                <a:lnTo>
                  <a:pt x="161" y="114"/>
                </a:lnTo>
                <a:lnTo>
                  <a:pt x="155" y="119"/>
                </a:lnTo>
                <a:lnTo>
                  <a:pt x="149" y="125"/>
                </a:lnTo>
                <a:lnTo>
                  <a:pt x="144" y="130"/>
                </a:lnTo>
                <a:lnTo>
                  <a:pt x="139" y="136"/>
                </a:lnTo>
                <a:lnTo>
                  <a:pt x="134" y="142"/>
                </a:lnTo>
                <a:lnTo>
                  <a:pt x="131" y="148"/>
                </a:lnTo>
                <a:lnTo>
                  <a:pt x="128" y="155"/>
                </a:lnTo>
                <a:lnTo>
                  <a:pt x="125" y="163"/>
                </a:lnTo>
                <a:lnTo>
                  <a:pt x="123" y="170"/>
                </a:lnTo>
                <a:lnTo>
                  <a:pt x="123" y="498"/>
                </a:lnTo>
                <a:lnTo>
                  <a:pt x="17" y="498"/>
                </a:lnTo>
                <a:lnTo>
                  <a:pt x="17" y="155"/>
                </a:lnTo>
                <a:lnTo>
                  <a:pt x="17" y="134"/>
                </a:lnTo>
                <a:lnTo>
                  <a:pt x="16" y="113"/>
                </a:lnTo>
                <a:lnTo>
                  <a:pt x="14" y="95"/>
                </a:lnTo>
                <a:lnTo>
                  <a:pt x="12" y="78"/>
                </a:lnTo>
                <a:lnTo>
                  <a:pt x="10" y="64"/>
                </a:lnTo>
                <a:lnTo>
                  <a:pt x="7" y="49"/>
                </a:lnTo>
                <a:lnTo>
                  <a:pt x="3" y="37"/>
                </a:lnTo>
                <a:lnTo>
                  <a:pt x="0" y="25"/>
                </a:lnTo>
                <a:lnTo>
                  <a:pt x="96" y="0"/>
                </a:lnTo>
                <a:lnTo>
                  <a:pt x="101" y="8"/>
                </a:lnTo>
                <a:lnTo>
                  <a:pt x="105" y="17"/>
                </a:lnTo>
                <a:lnTo>
                  <a:pt x="108" y="27"/>
                </a:lnTo>
                <a:lnTo>
                  <a:pt x="110" y="37"/>
                </a:lnTo>
                <a:lnTo>
                  <a:pt x="112" y="46"/>
                </a:lnTo>
                <a:lnTo>
                  <a:pt x="114" y="57"/>
                </a:lnTo>
                <a:lnTo>
                  <a:pt x="114" y="67"/>
                </a:lnTo>
                <a:lnTo>
                  <a:pt x="115" y="77"/>
                </a:lnTo>
                <a:lnTo>
                  <a:pt x="122" y="67"/>
                </a:lnTo>
                <a:lnTo>
                  <a:pt x="129" y="58"/>
                </a:lnTo>
                <a:lnTo>
                  <a:pt x="137" y="50"/>
                </a:lnTo>
                <a:lnTo>
                  <a:pt x="144" y="43"/>
                </a:lnTo>
                <a:lnTo>
                  <a:pt x="151" y="35"/>
                </a:lnTo>
                <a:lnTo>
                  <a:pt x="158" y="29"/>
                </a:lnTo>
                <a:lnTo>
                  <a:pt x="166" y="23"/>
                </a:lnTo>
                <a:lnTo>
                  <a:pt x="174" y="18"/>
                </a:lnTo>
                <a:lnTo>
                  <a:pt x="181" y="14"/>
                </a:lnTo>
                <a:lnTo>
                  <a:pt x="189" y="10"/>
                </a:lnTo>
                <a:lnTo>
                  <a:pt x="197" y="6"/>
                </a:lnTo>
                <a:lnTo>
                  <a:pt x="205" y="4"/>
                </a:lnTo>
                <a:lnTo>
                  <a:pt x="213" y="2"/>
                </a:lnTo>
                <a:lnTo>
                  <a:pt x="222" y="0"/>
                </a:lnTo>
                <a:lnTo>
                  <a:pt x="230" y="0"/>
                </a:lnTo>
                <a:lnTo>
                  <a:pt x="239" y="0"/>
                </a:lnTo>
                <a:lnTo>
                  <a:pt x="249" y="0"/>
                </a:lnTo>
                <a:lnTo>
                  <a:pt x="259" y="1"/>
                </a:lnTo>
                <a:lnTo>
                  <a:pt x="267" y="3"/>
                </a:lnTo>
                <a:lnTo>
                  <a:pt x="276" y="7"/>
                </a:lnTo>
                <a:lnTo>
                  <a:pt x="243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1" name="Freeform 25"/>
          <p:cNvSpPr>
            <a:spLocks/>
          </p:cNvSpPr>
          <p:nvPr/>
        </p:nvSpPr>
        <p:spPr bwMode="auto">
          <a:xfrm>
            <a:off x="2459038" y="1301752"/>
            <a:ext cx="557212" cy="747713"/>
          </a:xfrm>
          <a:custGeom>
            <a:avLst/>
            <a:gdLst>
              <a:gd name="T0" fmla="*/ 2147483647 w 389"/>
              <a:gd name="T1" fmla="*/ 2147483647 h 498"/>
              <a:gd name="T2" fmla="*/ 2147483647 w 389"/>
              <a:gd name="T3" fmla="*/ 2147483647 h 498"/>
              <a:gd name="T4" fmla="*/ 2147483647 w 389"/>
              <a:gd name="T5" fmla="*/ 2147483647 h 498"/>
              <a:gd name="T6" fmla="*/ 2147483647 w 389"/>
              <a:gd name="T7" fmla="*/ 2147483647 h 498"/>
              <a:gd name="T8" fmla="*/ 2147483647 w 389"/>
              <a:gd name="T9" fmla="*/ 2147483647 h 498"/>
              <a:gd name="T10" fmla="*/ 2147483647 w 389"/>
              <a:gd name="T11" fmla="*/ 2147483647 h 498"/>
              <a:gd name="T12" fmla="*/ 2147483647 w 389"/>
              <a:gd name="T13" fmla="*/ 2147483647 h 498"/>
              <a:gd name="T14" fmla="*/ 2147483647 w 389"/>
              <a:gd name="T15" fmla="*/ 2147483647 h 498"/>
              <a:gd name="T16" fmla="*/ 2147483647 w 389"/>
              <a:gd name="T17" fmla="*/ 2147483647 h 498"/>
              <a:gd name="T18" fmla="*/ 2147483647 w 389"/>
              <a:gd name="T19" fmla="*/ 2147483647 h 498"/>
              <a:gd name="T20" fmla="*/ 2147483647 w 389"/>
              <a:gd name="T21" fmla="*/ 2147483647 h 498"/>
              <a:gd name="T22" fmla="*/ 2147483647 w 389"/>
              <a:gd name="T23" fmla="*/ 2147483647 h 498"/>
              <a:gd name="T24" fmla="*/ 2147483647 w 389"/>
              <a:gd name="T25" fmla="*/ 2147483647 h 498"/>
              <a:gd name="T26" fmla="*/ 2147483647 w 389"/>
              <a:gd name="T27" fmla="*/ 2147483647 h 498"/>
              <a:gd name="T28" fmla="*/ 2147483647 w 389"/>
              <a:gd name="T29" fmla="*/ 2147483647 h 498"/>
              <a:gd name="T30" fmla="*/ 2147483647 w 389"/>
              <a:gd name="T31" fmla="*/ 2147483647 h 498"/>
              <a:gd name="T32" fmla="*/ 2147483647 w 389"/>
              <a:gd name="T33" fmla="*/ 2147483647 h 498"/>
              <a:gd name="T34" fmla="*/ 2147483647 w 389"/>
              <a:gd name="T35" fmla="*/ 2147483647 h 498"/>
              <a:gd name="T36" fmla="*/ 2147483647 w 389"/>
              <a:gd name="T37" fmla="*/ 2147483647 h 498"/>
              <a:gd name="T38" fmla="*/ 2147483647 w 389"/>
              <a:gd name="T39" fmla="*/ 0 h 498"/>
              <a:gd name="T40" fmla="*/ 2147483647 w 389"/>
              <a:gd name="T41" fmla="*/ 2147483647 h 498"/>
              <a:gd name="T42" fmla="*/ 2147483647 w 389"/>
              <a:gd name="T43" fmla="*/ 2147483647 h 498"/>
              <a:gd name="T44" fmla="*/ 2147483647 w 389"/>
              <a:gd name="T45" fmla="*/ 2147483647 h 498"/>
              <a:gd name="T46" fmla="*/ 2147483647 w 389"/>
              <a:gd name="T47" fmla="*/ 2147483647 h 498"/>
              <a:gd name="T48" fmla="*/ 2147483647 w 389"/>
              <a:gd name="T49" fmla="*/ 2147483647 h 498"/>
              <a:gd name="T50" fmla="*/ 2147483647 w 389"/>
              <a:gd name="T51" fmla="*/ 2147483647 h 498"/>
              <a:gd name="T52" fmla="*/ 2147483647 w 389"/>
              <a:gd name="T53" fmla="*/ 2147483647 h 498"/>
              <a:gd name="T54" fmla="*/ 2147483647 w 389"/>
              <a:gd name="T55" fmla="*/ 2147483647 h 498"/>
              <a:gd name="T56" fmla="*/ 2147483647 w 389"/>
              <a:gd name="T57" fmla="*/ 2147483647 h 498"/>
              <a:gd name="T58" fmla="*/ 2147483647 w 389"/>
              <a:gd name="T59" fmla="*/ 2147483647 h 498"/>
              <a:gd name="T60" fmla="*/ 2147483647 w 389"/>
              <a:gd name="T61" fmla="*/ 2147483647 h 498"/>
              <a:gd name="T62" fmla="*/ 2147483647 w 389"/>
              <a:gd name="T63" fmla="*/ 2147483647 h 498"/>
              <a:gd name="T64" fmla="*/ 2147483647 w 389"/>
              <a:gd name="T65" fmla="*/ 2147483647 h 498"/>
              <a:gd name="T66" fmla="*/ 2147483647 w 389"/>
              <a:gd name="T67" fmla="*/ 2147483647 h 498"/>
              <a:gd name="T68" fmla="*/ 2147483647 w 389"/>
              <a:gd name="T69" fmla="*/ 2147483647 h 498"/>
              <a:gd name="T70" fmla="*/ 2147483647 w 389"/>
              <a:gd name="T71" fmla="*/ 2147483647 h 498"/>
              <a:gd name="T72" fmla="*/ 2147483647 w 389"/>
              <a:gd name="T73" fmla="*/ 2147483647 h 498"/>
              <a:gd name="T74" fmla="*/ 2147483647 w 389"/>
              <a:gd name="T75" fmla="*/ 2147483647 h 498"/>
              <a:gd name="T76" fmla="*/ 2147483647 w 389"/>
              <a:gd name="T77" fmla="*/ 2147483647 h 498"/>
              <a:gd name="T78" fmla="*/ 2147483647 w 389"/>
              <a:gd name="T79" fmla="*/ 2147483647 h 49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89" h="498">
                <a:moveTo>
                  <a:pt x="284" y="498"/>
                </a:moveTo>
                <a:lnTo>
                  <a:pt x="284" y="176"/>
                </a:lnTo>
                <a:lnTo>
                  <a:pt x="284" y="164"/>
                </a:lnTo>
                <a:lnTo>
                  <a:pt x="284" y="153"/>
                </a:lnTo>
                <a:lnTo>
                  <a:pt x="283" y="143"/>
                </a:lnTo>
                <a:lnTo>
                  <a:pt x="281" y="134"/>
                </a:lnTo>
                <a:lnTo>
                  <a:pt x="280" y="127"/>
                </a:lnTo>
                <a:lnTo>
                  <a:pt x="278" y="120"/>
                </a:lnTo>
                <a:lnTo>
                  <a:pt x="275" y="114"/>
                </a:lnTo>
                <a:lnTo>
                  <a:pt x="272" y="109"/>
                </a:lnTo>
                <a:lnTo>
                  <a:pt x="268" y="105"/>
                </a:lnTo>
                <a:lnTo>
                  <a:pt x="264" y="101"/>
                </a:lnTo>
                <a:lnTo>
                  <a:pt x="260" y="98"/>
                </a:lnTo>
                <a:lnTo>
                  <a:pt x="255" y="95"/>
                </a:lnTo>
                <a:lnTo>
                  <a:pt x="249" y="93"/>
                </a:lnTo>
                <a:lnTo>
                  <a:pt x="243" y="92"/>
                </a:lnTo>
                <a:lnTo>
                  <a:pt x="236" y="91"/>
                </a:lnTo>
                <a:lnTo>
                  <a:pt x="228" y="91"/>
                </a:lnTo>
                <a:lnTo>
                  <a:pt x="223" y="92"/>
                </a:lnTo>
                <a:lnTo>
                  <a:pt x="217" y="93"/>
                </a:lnTo>
                <a:lnTo>
                  <a:pt x="210" y="93"/>
                </a:lnTo>
                <a:lnTo>
                  <a:pt x="204" y="96"/>
                </a:lnTo>
                <a:lnTo>
                  <a:pt x="190" y="100"/>
                </a:lnTo>
                <a:lnTo>
                  <a:pt x="176" y="107"/>
                </a:lnTo>
                <a:lnTo>
                  <a:pt x="161" y="115"/>
                </a:lnTo>
                <a:lnTo>
                  <a:pt x="148" y="124"/>
                </a:lnTo>
                <a:lnTo>
                  <a:pt x="135" y="134"/>
                </a:lnTo>
                <a:lnTo>
                  <a:pt x="122" y="146"/>
                </a:lnTo>
                <a:lnTo>
                  <a:pt x="122" y="498"/>
                </a:lnTo>
                <a:lnTo>
                  <a:pt x="18" y="498"/>
                </a:lnTo>
                <a:lnTo>
                  <a:pt x="18" y="141"/>
                </a:lnTo>
                <a:lnTo>
                  <a:pt x="18" y="123"/>
                </a:lnTo>
                <a:lnTo>
                  <a:pt x="18" y="107"/>
                </a:lnTo>
                <a:lnTo>
                  <a:pt x="16" y="91"/>
                </a:lnTo>
                <a:lnTo>
                  <a:pt x="15" y="78"/>
                </a:lnTo>
                <a:lnTo>
                  <a:pt x="12" y="64"/>
                </a:lnTo>
                <a:lnTo>
                  <a:pt x="9" y="52"/>
                </a:lnTo>
                <a:lnTo>
                  <a:pt x="5" y="39"/>
                </a:lnTo>
                <a:lnTo>
                  <a:pt x="0" y="26"/>
                </a:lnTo>
                <a:lnTo>
                  <a:pt x="97" y="0"/>
                </a:lnTo>
                <a:lnTo>
                  <a:pt x="100" y="8"/>
                </a:lnTo>
                <a:lnTo>
                  <a:pt x="104" y="16"/>
                </a:lnTo>
                <a:lnTo>
                  <a:pt x="107" y="24"/>
                </a:lnTo>
                <a:lnTo>
                  <a:pt x="109" y="32"/>
                </a:lnTo>
                <a:lnTo>
                  <a:pt x="111" y="40"/>
                </a:lnTo>
                <a:lnTo>
                  <a:pt x="112" y="49"/>
                </a:lnTo>
                <a:lnTo>
                  <a:pt x="113" y="58"/>
                </a:lnTo>
                <a:lnTo>
                  <a:pt x="114" y="68"/>
                </a:lnTo>
                <a:lnTo>
                  <a:pt x="132" y="52"/>
                </a:lnTo>
                <a:lnTo>
                  <a:pt x="152" y="39"/>
                </a:lnTo>
                <a:lnTo>
                  <a:pt x="161" y="33"/>
                </a:lnTo>
                <a:lnTo>
                  <a:pt x="170" y="28"/>
                </a:lnTo>
                <a:lnTo>
                  <a:pt x="179" y="23"/>
                </a:lnTo>
                <a:lnTo>
                  <a:pt x="188" y="18"/>
                </a:lnTo>
                <a:lnTo>
                  <a:pt x="197" y="14"/>
                </a:lnTo>
                <a:lnTo>
                  <a:pt x="206" y="11"/>
                </a:lnTo>
                <a:lnTo>
                  <a:pt x="215" y="8"/>
                </a:lnTo>
                <a:lnTo>
                  <a:pt x="225" y="5"/>
                </a:lnTo>
                <a:lnTo>
                  <a:pt x="234" y="3"/>
                </a:lnTo>
                <a:lnTo>
                  <a:pt x="243" y="3"/>
                </a:lnTo>
                <a:lnTo>
                  <a:pt x="252" y="1"/>
                </a:lnTo>
                <a:lnTo>
                  <a:pt x="262" y="1"/>
                </a:lnTo>
                <a:lnTo>
                  <a:pt x="276" y="2"/>
                </a:lnTo>
                <a:lnTo>
                  <a:pt x="290" y="3"/>
                </a:lnTo>
                <a:lnTo>
                  <a:pt x="302" y="5"/>
                </a:lnTo>
                <a:lnTo>
                  <a:pt x="313" y="9"/>
                </a:lnTo>
                <a:lnTo>
                  <a:pt x="325" y="14"/>
                </a:lnTo>
                <a:lnTo>
                  <a:pt x="335" y="20"/>
                </a:lnTo>
                <a:lnTo>
                  <a:pt x="345" y="27"/>
                </a:lnTo>
                <a:lnTo>
                  <a:pt x="354" y="35"/>
                </a:lnTo>
                <a:lnTo>
                  <a:pt x="362" y="43"/>
                </a:lnTo>
                <a:lnTo>
                  <a:pt x="369" y="54"/>
                </a:lnTo>
                <a:lnTo>
                  <a:pt x="375" y="65"/>
                </a:lnTo>
                <a:lnTo>
                  <a:pt x="380" y="77"/>
                </a:lnTo>
                <a:lnTo>
                  <a:pt x="383" y="90"/>
                </a:lnTo>
                <a:lnTo>
                  <a:pt x="386" y="104"/>
                </a:lnTo>
                <a:lnTo>
                  <a:pt x="389" y="119"/>
                </a:lnTo>
                <a:lnTo>
                  <a:pt x="389" y="135"/>
                </a:lnTo>
                <a:lnTo>
                  <a:pt x="389" y="498"/>
                </a:lnTo>
                <a:lnTo>
                  <a:pt x="284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2" name="Freeform 26"/>
          <p:cNvSpPr>
            <a:spLocks/>
          </p:cNvSpPr>
          <p:nvPr/>
        </p:nvSpPr>
        <p:spPr bwMode="auto">
          <a:xfrm>
            <a:off x="3162300" y="1301750"/>
            <a:ext cx="596900" cy="776288"/>
          </a:xfrm>
          <a:custGeom>
            <a:avLst/>
            <a:gdLst>
              <a:gd name="T0" fmla="*/ 2147483647 w 416"/>
              <a:gd name="T1" fmla="*/ 2147483647 h 518"/>
              <a:gd name="T2" fmla="*/ 2147483647 w 416"/>
              <a:gd name="T3" fmla="*/ 2147483647 h 518"/>
              <a:gd name="T4" fmla="*/ 2147483647 w 416"/>
              <a:gd name="T5" fmla="*/ 2147483647 h 518"/>
              <a:gd name="T6" fmla="*/ 2147483647 w 416"/>
              <a:gd name="T7" fmla="*/ 2147483647 h 518"/>
              <a:gd name="T8" fmla="*/ 2147483647 w 416"/>
              <a:gd name="T9" fmla="*/ 2147483647 h 518"/>
              <a:gd name="T10" fmla="*/ 2147483647 w 416"/>
              <a:gd name="T11" fmla="*/ 2147483647 h 518"/>
              <a:gd name="T12" fmla="*/ 2147483647 w 416"/>
              <a:gd name="T13" fmla="*/ 2147483647 h 518"/>
              <a:gd name="T14" fmla="*/ 2147483647 w 416"/>
              <a:gd name="T15" fmla="*/ 2147483647 h 518"/>
              <a:gd name="T16" fmla="*/ 2147483647 w 416"/>
              <a:gd name="T17" fmla="*/ 2147483647 h 518"/>
              <a:gd name="T18" fmla="*/ 2147483647 w 416"/>
              <a:gd name="T19" fmla="*/ 2147483647 h 518"/>
              <a:gd name="T20" fmla="*/ 2147483647 w 416"/>
              <a:gd name="T21" fmla="*/ 2147483647 h 518"/>
              <a:gd name="T22" fmla="*/ 2147483647 w 416"/>
              <a:gd name="T23" fmla="*/ 2147483647 h 518"/>
              <a:gd name="T24" fmla="*/ 0 w 416"/>
              <a:gd name="T25" fmla="*/ 2147483647 h 518"/>
              <a:gd name="T26" fmla="*/ 2147483647 w 416"/>
              <a:gd name="T27" fmla="*/ 2147483647 h 518"/>
              <a:gd name="T28" fmla="*/ 2147483647 w 416"/>
              <a:gd name="T29" fmla="*/ 2147483647 h 518"/>
              <a:gd name="T30" fmla="*/ 2147483647 w 416"/>
              <a:gd name="T31" fmla="*/ 2147483647 h 518"/>
              <a:gd name="T32" fmla="*/ 2147483647 w 416"/>
              <a:gd name="T33" fmla="*/ 2147483647 h 518"/>
              <a:gd name="T34" fmla="*/ 2147483647 w 416"/>
              <a:gd name="T35" fmla="*/ 2147483647 h 518"/>
              <a:gd name="T36" fmla="*/ 2147483647 w 416"/>
              <a:gd name="T37" fmla="*/ 2147483647 h 518"/>
              <a:gd name="T38" fmla="*/ 2147483647 w 416"/>
              <a:gd name="T39" fmla="*/ 2147483647 h 518"/>
              <a:gd name="T40" fmla="*/ 2147483647 w 416"/>
              <a:gd name="T41" fmla="*/ 2147483647 h 518"/>
              <a:gd name="T42" fmla="*/ 2147483647 w 416"/>
              <a:gd name="T43" fmla="*/ 2147483647 h 518"/>
              <a:gd name="T44" fmla="*/ 2147483647 w 416"/>
              <a:gd name="T45" fmla="*/ 2147483647 h 518"/>
              <a:gd name="T46" fmla="*/ 2147483647 w 416"/>
              <a:gd name="T47" fmla="*/ 2147483647 h 518"/>
              <a:gd name="T48" fmla="*/ 2147483647 w 416"/>
              <a:gd name="T49" fmla="*/ 2147483647 h 518"/>
              <a:gd name="T50" fmla="*/ 2147483647 w 416"/>
              <a:gd name="T51" fmla="*/ 2147483647 h 518"/>
              <a:gd name="T52" fmla="*/ 2147483647 w 416"/>
              <a:gd name="T53" fmla="*/ 2147483647 h 518"/>
              <a:gd name="T54" fmla="*/ 2147483647 w 416"/>
              <a:gd name="T55" fmla="*/ 2147483647 h 518"/>
              <a:gd name="T56" fmla="*/ 2147483647 w 416"/>
              <a:gd name="T57" fmla="*/ 2147483647 h 518"/>
              <a:gd name="T58" fmla="*/ 2147483647 w 416"/>
              <a:gd name="T59" fmla="*/ 2147483647 h 518"/>
              <a:gd name="T60" fmla="*/ 2147483647 w 416"/>
              <a:gd name="T61" fmla="*/ 2147483647 h 518"/>
              <a:gd name="T62" fmla="*/ 2147483647 w 416"/>
              <a:gd name="T63" fmla="*/ 0 h 518"/>
              <a:gd name="T64" fmla="*/ 2147483647 w 416"/>
              <a:gd name="T65" fmla="*/ 2147483647 h 518"/>
              <a:gd name="T66" fmla="*/ 2147483647 w 416"/>
              <a:gd name="T67" fmla="*/ 2147483647 h 518"/>
              <a:gd name="T68" fmla="*/ 2147483647 w 416"/>
              <a:gd name="T69" fmla="*/ 2147483647 h 518"/>
              <a:gd name="T70" fmla="*/ 2147483647 w 416"/>
              <a:gd name="T71" fmla="*/ 2147483647 h 518"/>
              <a:gd name="T72" fmla="*/ 2147483647 w 416"/>
              <a:gd name="T73" fmla="*/ 2147483647 h 518"/>
              <a:gd name="T74" fmla="*/ 2147483647 w 416"/>
              <a:gd name="T75" fmla="*/ 2147483647 h 518"/>
              <a:gd name="T76" fmla="*/ 2147483647 w 416"/>
              <a:gd name="T77" fmla="*/ 2147483647 h 518"/>
              <a:gd name="T78" fmla="*/ 2147483647 w 416"/>
              <a:gd name="T79" fmla="*/ 2147483647 h 518"/>
              <a:gd name="T80" fmla="*/ 2147483647 w 416"/>
              <a:gd name="T81" fmla="*/ 2147483647 h 518"/>
              <a:gd name="T82" fmla="*/ 2147483647 w 416"/>
              <a:gd name="T83" fmla="*/ 2147483647 h 518"/>
              <a:gd name="T84" fmla="*/ 2147483647 w 416"/>
              <a:gd name="T85" fmla="*/ 2147483647 h 518"/>
              <a:gd name="T86" fmla="*/ 2147483647 w 416"/>
              <a:gd name="T87" fmla="*/ 2147483647 h 518"/>
              <a:gd name="T88" fmla="*/ 2147483647 w 416"/>
              <a:gd name="T89" fmla="*/ 2147483647 h 518"/>
              <a:gd name="T90" fmla="*/ 2147483647 w 416"/>
              <a:gd name="T91" fmla="*/ 2147483647 h 518"/>
              <a:gd name="T92" fmla="*/ 2147483647 w 416"/>
              <a:gd name="T93" fmla="*/ 2147483647 h 518"/>
              <a:gd name="T94" fmla="*/ 2147483647 w 416"/>
              <a:gd name="T95" fmla="*/ 2147483647 h 518"/>
              <a:gd name="T96" fmla="*/ 2147483647 w 416"/>
              <a:gd name="T97" fmla="*/ 2147483647 h 518"/>
              <a:gd name="T98" fmla="*/ 2147483647 w 416"/>
              <a:gd name="T99" fmla="*/ 2147483647 h 518"/>
              <a:gd name="T100" fmla="*/ 2147483647 w 416"/>
              <a:gd name="T101" fmla="*/ 2147483647 h 518"/>
              <a:gd name="T102" fmla="*/ 2147483647 w 416"/>
              <a:gd name="T103" fmla="*/ 2147483647 h 518"/>
              <a:gd name="T104" fmla="*/ 2147483647 w 416"/>
              <a:gd name="T105" fmla="*/ 2147483647 h 518"/>
              <a:gd name="T106" fmla="*/ 2147483647 w 416"/>
              <a:gd name="T107" fmla="*/ 2147483647 h 518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16" h="518">
                <a:moveTo>
                  <a:pt x="360" y="518"/>
                </a:moveTo>
                <a:lnTo>
                  <a:pt x="350" y="513"/>
                </a:lnTo>
                <a:lnTo>
                  <a:pt x="340" y="507"/>
                </a:lnTo>
                <a:lnTo>
                  <a:pt x="330" y="501"/>
                </a:lnTo>
                <a:lnTo>
                  <a:pt x="321" y="493"/>
                </a:lnTo>
                <a:lnTo>
                  <a:pt x="313" y="484"/>
                </a:lnTo>
                <a:lnTo>
                  <a:pt x="305" y="475"/>
                </a:lnTo>
                <a:lnTo>
                  <a:pt x="299" y="464"/>
                </a:lnTo>
                <a:lnTo>
                  <a:pt x="294" y="453"/>
                </a:lnTo>
                <a:lnTo>
                  <a:pt x="287" y="461"/>
                </a:lnTo>
                <a:lnTo>
                  <a:pt x="279" y="468"/>
                </a:lnTo>
                <a:lnTo>
                  <a:pt x="272" y="475"/>
                </a:lnTo>
                <a:lnTo>
                  <a:pt x="264" y="481"/>
                </a:lnTo>
                <a:lnTo>
                  <a:pt x="257" y="487"/>
                </a:lnTo>
                <a:lnTo>
                  <a:pt x="249" y="491"/>
                </a:lnTo>
                <a:lnTo>
                  <a:pt x="240" y="496"/>
                </a:lnTo>
                <a:lnTo>
                  <a:pt x="232" y="499"/>
                </a:lnTo>
                <a:lnTo>
                  <a:pt x="224" y="502"/>
                </a:lnTo>
                <a:lnTo>
                  <a:pt x="216" y="505"/>
                </a:lnTo>
                <a:lnTo>
                  <a:pt x="207" y="507"/>
                </a:lnTo>
                <a:lnTo>
                  <a:pt x="198" y="509"/>
                </a:lnTo>
                <a:lnTo>
                  <a:pt x="189" y="510"/>
                </a:lnTo>
                <a:lnTo>
                  <a:pt x="180" y="512"/>
                </a:lnTo>
                <a:lnTo>
                  <a:pt x="170" y="512"/>
                </a:lnTo>
                <a:lnTo>
                  <a:pt x="161" y="513"/>
                </a:lnTo>
                <a:lnTo>
                  <a:pt x="141" y="512"/>
                </a:lnTo>
                <a:lnTo>
                  <a:pt x="122" y="510"/>
                </a:lnTo>
                <a:lnTo>
                  <a:pt x="113" y="508"/>
                </a:lnTo>
                <a:lnTo>
                  <a:pt x="105" y="506"/>
                </a:lnTo>
                <a:lnTo>
                  <a:pt x="97" y="504"/>
                </a:lnTo>
                <a:lnTo>
                  <a:pt x="89" y="501"/>
                </a:lnTo>
                <a:lnTo>
                  <a:pt x="82" y="499"/>
                </a:lnTo>
                <a:lnTo>
                  <a:pt x="74" y="496"/>
                </a:lnTo>
                <a:lnTo>
                  <a:pt x="68" y="492"/>
                </a:lnTo>
                <a:lnTo>
                  <a:pt x="61" y="489"/>
                </a:lnTo>
                <a:lnTo>
                  <a:pt x="55" y="484"/>
                </a:lnTo>
                <a:lnTo>
                  <a:pt x="49" y="481"/>
                </a:lnTo>
                <a:lnTo>
                  <a:pt x="44" y="476"/>
                </a:lnTo>
                <a:lnTo>
                  <a:pt x="39" y="471"/>
                </a:lnTo>
                <a:lnTo>
                  <a:pt x="34" y="466"/>
                </a:lnTo>
                <a:lnTo>
                  <a:pt x="30" y="461"/>
                </a:lnTo>
                <a:lnTo>
                  <a:pt x="25" y="455"/>
                </a:lnTo>
                <a:lnTo>
                  <a:pt x="21" y="450"/>
                </a:lnTo>
                <a:lnTo>
                  <a:pt x="18" y="444"/>
                </a:lnTo>
                <a:lnTo>
                  <a:pt x="15" y="437"/>
                </a:lnTo>
                <a:lnTo>
                  <a:pt x="12" y="431"/>
                </a:lnTo>
                <a:lnTo>
                  <a:pt x="9" y="425"/>
                </a:lnTo>
                <a:lnTo>
                  <a:pt x="5" y="411"/>
                </a:lnTo>
                <a:lnTo>
                  <a:pt x="2" y="397"/>
                </a:lnTo>
                <a:lnTo>
                  <a:pt x="1" y="382"/>
                </a:lnTo>
                <a:lnTo>
                  <a:pt x="0" y="367"/>
                </a:lnTo>
                <a:lnTo>
                  <a:pt x="0" y="356"/>
                </a:lnTo>
                <a:lnTo>
                  <a:pt x="1" y="346"/>
                </a:lnTo>
                <a:lnTo>
                  <a:pt x="2" y="336"/>
                </a:lnTo>
                <a:lnTo>
                  <a:pt x="4" y="327"/>
                </a:lnTo>
                <a:lnTo>
                  <a:pt x="6" y="318"/>
                </a:lnTo>
                <a:lnTo>
                  <a:pt x="9" y="309"/>
                </a:lnTo>
                <a:lnTo>
                  <a:pt x="12" y="301"/>
                </a:lnTo>
                <a:lnTo>
                  <a:pt x="15" y="293"/>
                </a:lnTo>
                <a:lnTo>
                  <a:pt x="19" y="285"/>
                </a:lnTo>
                <a:lnTo>
                  <a:pt x="24" y="277"/>
                </a:lnTo>
                <a:lnTo>
                  <a:pt x="29" y="271"/>
                </a:lnTo>
                <a:lnTo>
                  <a:pt x="35" y="264"/>
                </a:lnTo>
                <a:lnTo>
                  <a:pt x="41" y="257"/>
                </a:lnTo>
                <a:lnTo>
                  <a:pt x="47" y="251"/>
                </a:lnTo>
                <a:lnTo>
                  <a:pt x="54" y="245"/>
                </a:lnTo>
                <a:lnTo>
                  <a:pt x="62" y="240"/>
                </a:lnTo>
                <a:lnTo>
                  <a:pt x="69" y="235"/>
                </a:lnTo>
                <a:lnTo>
                  <a:pt x="77" y="230"/>
                </a:lnTo>
                <a:lnTo>
                  <a:pt x="86" y="226"/>
                </a:lnTo>
                <a:lnTo>
                  <a:pt x="95" y="221"/>
                </a:lnTo>
                <a:lnTo>
                  <a:pt x="105" y="218"/>
                </a:lnTo>
                <a:lnTo>
                  <a:pt x="115" y="214"/>
                </a:lnTo>
                <a:lnTo>
                  <a:pt x="126" y="211"/>
                </a:lnTo>
                <a:lnTo>
                  <a:pt x="137" y="208"/>
                </a:lnTo>
                <a:lnTo>
                  <a:pt x="148" y="206"/>
                </a:lnTo>
                <a:lnTo>
                  <a:pt x="160" y="204"/>
                </a:lnTo>
                <a:lnTo>
                  <a:pt x="172" y="202"/>
                </a:lnTo>
                <a:lnTo>
                  <a:pt x="185" y="201"/>
                </a:lnTo>
                <a:lnTo>
                  <a:pt x="211" y="198"/>
                </a:lnTo>
                <a:lnTo>
                  <a:pt x="240" y="198"/>
                </a:lnTo>
                <a:lnTo>
                  <a:pt x="273" y="198"/>
                </a:lnTo>
                <a:lnTo>
                  <a:pt x="273" y="172"/>
                </a:lnTo>
                <a:lnTo>
                  <a:pt x="273" y="162"/>
                </a:lnTo>
                <a:lnTo>
                  <a:pt x="272" y="152"/>
                </a:lnTo>
                <a:lnTo>
                  <a:pt x="271" y="143"/>
                </a:lnTo>
                <a:lnTo>
                  <a:pt x="270" y="135"/>
                </a:lnTo>
                <a:lnTo>
                  <a:pt x="268" y="128"/>
                </a:lnTo>
                <a:lnTo>
                  <a:pt x="267" y="120"/>
                </a:lnTo>
                <a:lnTo>
                  <a:pt x="264" y="114"/>
                </a:lnTo>
                <a:lnTo>
                  <a:pt x="261" y="108"/>
                </a:lnTo>
                <a:lnTo>
                  <a:pt x="256" y="103"/>
                </a:lnTo>
                <a:lnTo>
                  <a:pt x="252" y="99"/>
                </a:lnTo>
                <a:lnTo>
                  <a:pt x="246" y="95"/>
                </a:lnTo>
                <a:lnTo>
                  <a:pt x="240" y="92"/>
                </a:lnTo>
                <a:lnTo>
                  <a:pt x="233" y="90"/>
                </a:lnTo>
                <a:lnTo>
                  <a:pt x="225" y="88"/>
                </a:lnTo>
                <a:lnTo>
                  <a:pt x="215" y="87"/>
                </a:lnTo>
                <a:lnTo>
                  <a:pt x="205" y="87"/>
                </a:lnTo>
                <a:lnTo>
                  <a:pt x="192" y="87"/>
                </a:lnTo>
                <a:lnTo>
                  <a:pt x="179" y="89"/>
                </a:lnTo>
                <a:lnTo>
                  <a:pt x="166" y="92"/>
                </a:lnTo>
                <a:lnTo>
                  <a:pt x="153" y="95"/>
                </a:lnTo>
                <a:lnTo>
                  <a:pt x="141" y="99"/>
                </a:lnTo>
                <a:lnTo>
                  <a:pt x="129" y="104"/>
                </a:lnTo>
                <a:lnTo>
                  <a:pt x="117" y="109"/>
                </a:lnTo>
                <a:lnTo>
                  <a:pt x="106" y="114"/>
                </a:lnTo>
                <a:lnTo>
                  <a:pt x="88" y="125"/>
                </a:lnTo>
                <a:lnTo>
                  <a:pt x="73" y="134"/>
                </a:lnTo>
                <a:lnTo>
                  <a:pt x="64" y="140"/>
                </a:lnTo>
                <a:lnTo>
                  <a:pt x="60" y="142"/>
                </a:lnTo>
                <a:lnTo>
                  <a:pt x="13" y="67"/>
                </a:lnTo>
                <a:lnTo>
                  <a:pt x="27" y="58"/>
                </a:lnTo>
                <a:lnTo>
                  <a:pt x="40" y="50"/>
                </a:lnTo>
                <a:lnTo>
                  <a:pt x="53" y="43"/>
                </a:lnTo>
                <a:lnTo>
                  <a:pt x="66" y="37"/>
                </a:lnTo>
                <a:lnTo>
                  <a:pt x="79" y="31"/>
                </a:lnTo>
                <a:lnTo>
                  <a:pt x="91" y="25"/>
                </a:lnTo>
                <a:lnTo>
                  <a:pt x="104" y="20"/>
                </a:lnTo>
                <a:lnTo>
                  <a:pt x="116" y="16"/>
                </a:lnTo>
                <a:lnTo>
                  <a:pt x="129" y="12"/>
                </a:lnTo>
                <a:lnTo>
                  <a:pt x="141" y="9"/>
                </a:lnTo>
                <a:lnTo>
                  <a:pt x="154" y="6"/>
                </a:lnTo>
                <a:lnTo>
                  <a:pt x="167" y="4"/>
                </a:lnTo>
                <a:lnTo>
                  <a:pt x="179" y="3"/>
                </a:lnTo>
                <a:lnTo>
                  <a:pt x="193" y="1"/>
                </a:lnTo>
                <a:lnTo>
                  <a:pt x="206" y="0"/>
                </a:lnTo>
                <a:lnTo>
                  <a:pt x="220" y="0"/>
                </a:lnTo>
                <a:lnTo>
                  <a:pt x="234" y="0"/>
                </a:lnTo>
                <a:lnTo>
                  <a:pt x="247" y="2"/>
                </a:lnTo>
                <a:lnTo>
                  <a:pt x="260" y="3"/>
                </a:lnTo>
                <a:lnTo>
                  <a:pt x="272" y="5"/>
                </a:lnTo>
                <a:lnTo>
                  <a:pt x="283" y="8"/>
                </a:lnTo>
                <a:lnTo>
                  <a:pt x="294" y="11"/>
                </a:lnTo>
                <a:lnTo>
                  <a:pt x="305" y="16"/>
                </a:lnTo>
                <a:lnTo>
                  <a:pt x="314" y="20"/>
                </a:lnTo>
                <a:lnTo>
                  <a:pt x="323" y="26"/>
                </a:lnTo>
                <a:lnTo>
                  <a:pt x="331" y="32"/>
                </a:lnTo>
                <a:lnTo>
                  <a:pt x="339" y="39"/>
                </a:lnTo>
                <a:lnTo>
                  <a:pt x="346" y="46"/>
                </a:lnTo>
                <a:lnTo>
                  <a:pt x="352" y="54"/>
                </a:lnTo>
                <a:lnTo>
                  <a:pt x="358" y="62"/>
                </a:lnTo>
                <a:lnTo>
                  <a:pt x="363" y="71"/>
                </a:lnTo>
                <a:lnTo>
                  <a:pt x="367" y="81"/>
                </a:lnTo>
                <a:lnTo>
                  <a:pt x="370" y="89"/>
                </a:lnTo>
                <a:lnTo>
                  <a:pt x="372" y="98"/>
                </a:lnTo>
                <a:lnTo>
                  <a:pt x="374" y="109"/>
                </a:lnTo>
                <a:lnTo>
                  <a:pt x="375" y="121"/>
                </a:lnTo>
                <a:lnTo>
                  <a:pt x="375" y="136"/>
                </a:lnTo>
                <a:lnTo>
                  <a:pt x="375" y="154"/>
                </a:lnTo>
                <a:lnTo>
                  <a:pt x="375" y="175"/>
                </a:lnTo>
                <a:lnTo>
                  <a:pt x="375" y="200"/>
                </a:lnTo>
                <a:lnTo>
                  <a:pt x="373" y="338"/>
                </a:lnTo>
                <a:lnTo>
                  <a:pt x="373" y="361"/>
                </a:lnTo>
                <a:lnTo>
                  <a:pt x="374" y="380"/>
                </a:lnTo>
                <a:lnTo>
                  <a:pt x="375" y="388"/>
                </a:lnTo>
                <a:lnTo>
                  <a:pt x="376" y="396"/>
                </a:lnTo>
                <a:lnTo>
                  <a:pt x="378" y="403"/>
                </a:lnTo>
                <a:lnTo>
                  <a:pt x="380" y="410"/>
                </a:lnTo>
                <a:lnTo>
                  <a:pt x="382" y="416"/>
                </a:lnTo>
                <a:lnTo>
                  <a:pt x="385" y="421"/>
                </a:lnTo>
                <a:lnTo>
                  <a:pt x="389" y="426"/>
                </a:lnTo>
                <a:lnTo>
                  <a:pt x="393" y="431"/>
                </a:lnTo>
                <a:lnTo>
                  <a:pt x="398" y="437"/>
                </a:lnTo>
                <a:lnTo>
                  <a:pt x="403" y="441"/>
                </a:lnTo>
                <a:lnTo>
                  <a:pt x="409" y="446"/>
                </a:lnTo>
                <a:lnTo>
                  <a:pt x="416" y="451"/>
                </a:lnTo>
                <a:lnTo>
                  <a:pt x="360" y="518"/>
                </a:lnTo>
                <a:lnTo>
                  <a:pt x="251" y="268"/>
                </a:lnTo>
                <a:lnTo>
                  <a:pt x="232" y="269"/>
                </a:lnTo>
                <a:lnTo>
                  <a:pt x="215" y="270"/>
                </a:lnTo>
                <a:lnTo>
                  <a:pt x="199" y="272"/>
                </a:lnTo>
                <a:lnTo>
                  <a:pt x="185" y="274"/>
                </a:lnTo>
                <a:lnTo>
                  <a:pt x="173" y="278"/>
                </a:lnTo>
                <a:lnTo>
                  <a:pt x="161" y="282"/>
                </a:lnTo>
                <a:lnTo>
                  <a:pt x="152" y="286"/>
                </a:lnTo>
                <a:lnTo>
                  <a:pt x="143" y="291"/>
                </a:lnTo>
                <a:lnTo>
                  <a:pt x="135" y="298"/>
                </a:lnTo>
                <a:lnTo>
                  <a:pt x="129" y="305"/>
                </a:lnTo>
                <a:lnTo>
                  <a:pt x="124" y="312"/>
                </a:lnTo>
                <a:lnTo>
                  <a:pt x="120" y="321"/>
                </a:lnTo>
                <a:lnTo>
                  <a:pt x="118" y="329"/>
                </a:lnTo>
                <a:lnTo>
                  <a:pt x="115" y="339"/>
                </a:lnTo>
                <a:lnTo>
                  <a:pt x="115" y="350"/>
                </a:lnTo>
                <a:lnTo>
                  <a:pt x="114" y="361"/>
                </a:lnTo>
                <a:lnTo>
                  <a:pt x="115" y="369"/>
                </a:lnTo>
                <a:lnTo>
                  <a:pt x="115" y="377"/>
                </a:lnTo>
                <a:lnTo>
                  <a:pt x="117" y="385"/>
                </a:lnTo>
                <a:lnTo>
                  <a:pt x="118" y="392"/>
                </a:lnTo>
                <a:lnTo>
                  <a:pt x="121" y="399"/>
                </a:lnTo>
                <a:lnTo>
                  <a:pt x="124" y="405"/>
                </a:lnTo>
                <a:lnTo>
                  <a:pt x="128" y="411"/>
                </a:lnTo>
                <a:lnTo>
                  <a:pt x="132" y="416"/>
                </a:lnTo>
                <a:lnTo>
                  <a:pt x="136" y="420"/>
                </a:lnTo>
                <a:lnTo>
                  <a:pt x="141" y="424"/>
                </a:lnTo>
                <a:lnTo>
                  <a:pt x="147" y="428"/>
                </a:lnTo>
                <a:lnTo>
                  <a:pt x="153" y="431"/>
                </a:lnTo>
                <a:lnTo>
                  <a:pt x="159" y="433"/>
                </a:lnTo>
                <a:lnTo>
                  <a:pt x="166" y="434"/>
                </a:lnTo>
                <a:lnTo>
                  <a:pt x="173" y="435"/>
                </a:lnTo>
                <a:lnTo>
                  <a:pt x="181" y="436"/>
                </a:lnTo>
                <a:lnTo>
                  <a:pt x="188" y="435"/>
                </a:lnTo>
                <a:lnTo>
                  <a:pt x="194" y="434"/>
                </a:lnTo>
                <a:lnTo>
                  <a:pt x="200" y="434"/>
                </a:lnTo>
                <a:lnTo>
                  <a:pt x="206" y="432"/>
                </a:lnTo>
                <a:lnTo>
                  <a:pt x="212" y="430"/>
                </a:lnTo>
                <a:lnTo>
                  <a:pt x="218" y="428"/>
                </a:lnTo>
                <a:lnTo>
                  <a:pt x="224" y="425"/>
                </a:lnTo>
                <a:lnTo>
                  <a:pt x="229" y="422"/>
                </a:lnTo>
                <a:lnTo>
                  <a:pt x="240" y="414"/>
                </a:lnTo>
                <a:lnTo>
                  <a:pt x="251" y="405"/>
                </a:lnTo>
                <a:lnTo>
                  <a:pt x="260" y="396"/>
                </a:lnTo>
                <a:lnTo>
                  <a:pt x="269" y="385"/>
                </a:lnTo>
                <a:lnTo>
                  <a:pt x="270" y="270"/>
                </a:lnTo>
                <a:lnTo>
                  <a:pt x="264" y="269"/>
                </a:lnTo>
                <a:lnTo>
                  <a:pt x="251" y="268"/>
                </a:lnTo>
                <a:lnTo>
                  <a:pt x="360" y="5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3" name="Freeform 27"/>
          <p:cNvSpPr>
            <a:spLocks/>
          </p:cNvSpPr>
          <p:nvPr/>
        </p:nvSpPr>
        <p:spPr bwMode="auto">
          <a:xfrm>
            <a:off x="3821114" y="1103313"/>
            <a:ext cx="393700" cy="963612"/>
          </a:xfrm>
          <a:custGeom>
            <a:avLst/>
            <a:gdLst>
              <a:gd name="T0" fmla="*/ 2147483647 w 275"/>
              <a:gd name="T1" fmla="*/ 2147483647 h 643"/>
              <a:gd name="T2" fmla="*/ 2147483647 w 275"/>
              <a:gd name="T3" fmla="*/ 2147483647 h 643"/>
              <a:gd name="T4" fmla="*/ 2147483647 w 275"/>
              <a:gd name="T5" fmla="*/ 2147483647 h 643"/>
              <a:gd name="T6" fmla="*/ 2147483647 w 275"/>
              <a:gd name="T7" fmla="*/ 2147483647 h 643"/>
              <a:gd name="T8" fmla="*/ 2147483647 w 275"/>
              <a:gd name="T9" fmla="*/ 2147483647 h 643"/>
              <a:gd name="T10" fmla="*/ 2147483647 w 275"/>
              <a:gd name="T11" fmla="*/ 2147483647 h 643"/>
              <a:gd name="T12" fmla="*/ 2147483647 w 275"/>
              <a:gd name="T13" fmla="*/ 2147483647 h 643"/>
              <a:gd name="T14" fmla="*/ 2147483647 w 275"/>
              <a:gd name="T15" fmla="*/ 2147483647 h 643"/>
              <a:gd name="T16" fmla="*/ 2147483647 w 275"/>
              <a:gd name="T17" fmla="*/ 2147483647 h 643"/>
              <a:gd name="T18" fmla="*/ 2147483647 w 275"/>
              <a:gd name="T19" fmla="*/ 2147483647 h 643"/>
              <a:gd name="T20" fmla="*/ 2147483647 w 275"/>
              <a:gd name="T21" fmla="*/ 2147483647 h 643"/>
              <a:gd name="T22" fmla="*/ 2147483647 w 275"/>
              <a:gd name="T23" fmla="*/ 2147483647 h 643"/>
              <a:gd name="T24" fmla="*/ 2147483647 w 275"/>
              <a:gd name="T25" fmla="*/ 2147483647 h 643"/>
              <a:gd name="T26" fmla="*/ 2147483647 w 275"/>
              <a:gd name="T27" fmla="*/ 2147483647 h 643"/>
              <a:gd name="T28" fmla="*/ 2147483647 w 275"/>
              <a:gd name="T29" fmla="*/ 2147483647 h 643"/>
              <a:gd name="T30" fmla="*/ 2147483647 w 275"/>
              <a:gd name="T31" fmla="*/ 2147483647 h 643"/>
              <a:gd name="T32" fmla="*/ 2147483647 w 275"/>
              <a:gd name="T33" fmla="*/ 2147483647 h 643"/>
              <a:gd name="T34" fmla="*/ 2147483647 w 275"/>
              <a:gd name="T35" fmla="*/ 2147483647 h 643"/>
              <a:gd name="T36" fmla="*/ 2147483647 w 275"/>
              <a:gd name="T37" fmla="*/ 2147483647 h 643"/>
              <a:gd name="T38" fmla="*/ 2147483647 w 275"/>
              <a:gd name="T39" fmla="*/ 2147483647 h 643"/>
              <a:gd name="T40" fmla="*/ 2147483647 w 275"/>
              <a:gd name="T41" fmla="*/ 2147483647 h 643"/>
              <a:gd name="T42" fmla="*/ 2147483647 w 275"/>
              <a:gd name="T43" fmla="*/ 2147483647 h 643"/>
              <a:gd name="T44" fmla="*/ 2147483647 w 275"/>
              <a:gd name="T45" fmla="*/ 2147483647 h 643"/>
              <a:gd name="T46" fmla="*/ 2147483647 w 275"/>
              <a:gd name="T47" fmla="*/ 2147483647 h 643"/>
              <a:gd name="T48" fmla="*/ 2147483647 w 275"/>
              <a:gd name="T49" fmla="*/ 2147483647 h 643"/>
              <a:gd name="T50" fmla="*/ 0 w 275"/>
              <a:gd name="T51" fmla="*/ 2147483647 h 643"/>
              <a:gd name="T52" fmla="*/ 2147483647 w 275"/>
              <a:gd name="T53" fmla="*/ 2147483647 h 643"/>
              <a:gd name="T54" fmla="*/ 2147483647 w 275"/>
              <a:gd name="T55" fmla="*/ 2147483647 h 643"/>
              <a:gd name="T56" fmla="*/ 2147483647 w 275"/>
              <a:gd name="T57" fmla="*/ 2147483647 h 643"/>
              <a:gd name="T58" fmla="*/ 2147483647 w 275"/>
              <a:gd name="T59" fmla="*/ 2147483647 h 643"/>
              <a:gd name="T60" fmla="*/ 2147483647 w 275"/>
              <a:gd name="T61" fmla="*/ 2147483647 h 643"/>
              <a:gd name="T62" fmla="*/ 2147483647 w 275"/>
              <a:gd name="T63" fmla="*/ 2147483647 h 643"/>
              <a:gd name="T64" fmla="*/ 2147483647 w 275"/>
              <a:gd name="T65" fmla="*/ 2147483647 h 643"/>
              <a:gd name="T66" fmla="*/ 2147483647 w 275"/>
              <a:gd name="T67" fmla="*/ 2147483647 h 643"/>
              <a:gd name="T68" fmla="*/ 2147483647 w 275"/>
              <a:gd name="T69" fmla="*/ 2147483647 h 6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75" h="643">
                <a:moveTo>
                  <a:pt x="158" y="146"/>
                </a:moveTo>
                <a:lnTo>
                  <a:pt x="274" y="146"/>
                </a:lnTo>
                <a:lnTo>
                  <a:pt x="246" y="218"/>
                </a:lnTo>
                <a:lnTo>
                  <a:pt x="157" y="218"/>
                </a:lnTo>
                <a:lnTo>
                  <a:pt x="157" y="491"/>
                </a:lnTo>
                <a:lnTo>
                  <a:pt x="157" y="502"/>
                </a:lnTo>
                <a:lnTo>
                  <a:pt x="158" y="512"/>
                </a:lnTo>
                <a:lnTo>
                  <a:pt x="159" y="521"/>
                </a:lnTo>
                <a:lnTo>
                  <a:pt x="160" y="529"/>
                </a:lnTo>
                <a:lnTo>
                  <a:pt x="161" y="535"/>
                </a:lnTo>
                <a:lnTo>
                  <a:pt x="164" y="542"/>
                </a:lnTo>
                <a:lnTo>
                  <a:pt x="166" y="547"/>
                </a:lnTo>
                <a:lnTo>
                  <a:pt x="170" y="553"/>
                </a:lnTo>
                <a:lnTo>
                  <a:pt x="173" y="556"/>
                </a:lnTo>
                <a:lnTo>
                  <a:pt x="177" y="560"/>
                </a:lnTo>
                <a:lnTo>
                  <a:pt x="182" y="563"/>
                </a:lnTo>
                <a:lnTo>
                  <a:pt x="188" y="565"/>
                </a:lnTo>
                <a:lnTo>
                  <a:pt x="194" y="567"/>
                </a:lnTo>
                <a:lnTo>
                  <a:pt x="201" y="567"/>
                </a:lnTo>
                <a:lnTo>
                  <a:pt x="208" y="568"/>
                </a:lnTo>
                <a:lnTo>
                  <a:pt x="217" y="569"/>
                </a:lnTo>
                <a:lnTo>
                  <a:pt x="227" y="568"/>
                </a:lnTo>
                <a:lnTo>
                  <a:pt x="237" y="567"/>
                </a:lnTo>
                <a:lnTo>
                  <a:pt x="249" y="564"/>
                </a:lnTo>
                <a:lnTo>
                  <a:pt x="261" y="559"/>
                </a:lnTo>
                <a:lnTo>
                  <a:pt x="275" y="623"/>
                </a:lnTo>
                <a:lnTo>
                  <a:pt x="264" y="627"/>
                </a:lnTo>
                <a:lnTo>
                  <a:pt x="252" y="632"/>
                </a:lnTo>
                <a:lnTo>
                  <a:pt x="240" y="635"/>
                </a:lnTo>
                <a:lnTo>
                  <a:pt x="228" y="638"/>
                </a:lnTo>
                <a:lnTo>
                  <a:pt x="216" y="640"/>
                </a:lnTo>
                <a:lnTo>
                  <a:pt x="204" y="642"/>
                </a:lnTo>
                <a:lnTo>
                  <a:pt x="192" y="643"/>
                </a:lnTo>
                <a:lnTo>
                  <a:pt x="180" y="643"/>
                </a:lnTo>
                <a:lnTo>
                  <a:pt x="163" y="643"/>
                </a:lnTo>
                <a:lnTo>
                  <a:pt x="147" y="641"/>
                </a:lnTo>
                <a:lnTo>
                  <a:pt x="133" y="638"/>
                </a:lnTo>
                <a:lnTo>
                  <a:pt x="121" y="634"/>
                </a:lnTo>
                <a:lnTo>
                  <a:pt x="109" y="629"/>
                </a:lnTo>
                <a:lnTo>
                  <a:pt x="99" y="623"/>
                </a:lnTo>
                <a:lnTo>
                  <a:pt x="89" y="615"/>
                </a:lnTo>
                <a:lnTo>
                  <a:pt x="82" y="607"/>
                </a:lnTo>
                <a:lnTo>
                  <a:pt x="74" y="598"/>
                </a:lnTo>
                <a:lnTo>
                  <a:pt x="68" y="588"/>
                </a:lnTo>
                <a:lnTo>
                  <a:pt x="64" y="579"/>
                </a:lnTo>
                <a:lnTo>
                  <a:pt x="60" y="567"/>
                </a:lnTo>
                <a:lnTo>
                  <a:pt x="57" y="556"/>
                </a:lnTo>
                <a:lnTo>
                  <a:pt x="55" y="544"/>
                </a:lnTo>
                <a:lnTo>
                  <a:pt x="53" y="532"/>
                </a:lnTo>
                <a:lnTo>
                  <a:pt x="53" y="519"/>
                </a:lnTo>
                <a:lnTo>
                  <a:pt x="53" y="218"/>
                </a:lnTo>
                <a:lnTo>
                  <a:pt x="0" y="218"/>
                </a:lnTo>
                <a:lnTo>
                  <a:pt x="0" y="146"/>
                </a:lnTo>
                <a:lnTo>
                  <a:pt x="53" y="146"/>
                </a:lnTo>
                <a:lnTo>
                  <a:pt x="53" y="130"/>
                </a:lnTo>
                <a:lnTo>
                  <a:pt x="53" y="115"/>
                </a:lnTo>
                <a:lnTo>
                  <a:pt x="53" y="99"/>
                </a:lnTo>
                <a:lnTo>
                  <a:pt x="54" y="84"/>
                </a:lnTo>
                <a:lnTo>
                  <a:pt x="54" y="68"/>
                </a:lnTo>
                <a:lnTo>
                  <a:pt x="56" y="54"/>
                </a:lnTo>
                <a:lnTo>
                  <a:pt x="56" y="39"/>
                </a:lnTo>
                <a:lnTo>
                  <a:pt x="58" y="26"/>
                </a:lnTo>
                <a:lnTo>
                  <a:pt x="167" y="0"/>
                </a:lnTo>
                <a:lnTo>
                  <a:pt x="164" y="16"/>
                </a:lnTo>
                <a:lnTo>
                  <a:pt x="163" y="33"/>
                </a:lnTo>
                <a:lnTo>
                  <a:pt x="161" y="51"/>
                </a:lnTo>
                <a:lnTo>
                  <a:pt x="161" y="69"/>
                </a:lnTo>
                <a:lnTo>
                  <a:pt x="159" y="89"/>
                </a:lnTo>
                <a:lnTo>
                  <a:pt x="159" y="108"/>
                </a:lnTo>
                <a:lnTo>
                  <a:pt x="158" y="127"/>
                </a:lnTo>
                <a:lnTo>
                  <a:pt x="158" y="1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4" name="Freeform 28"/>
          <p:cNvSpPr>
            <a:spLocks/>
          </p:cNvSpPr>
          <p:nvPr/>
        </p:nvSpPr>
        <p:spPr bwMode="auto">
          <a:xfrm>
            <a:off x="4314827" y="1003302"/>
            <a:ext cx="200025" cy="1046163"/>
          </a:xfrm>
          <a:custGeom>
            <a:avLst/>
            <a:gdLst>
              <a:gd name="T0" fmla="*/ 2147483647 w 139"/>
              <a:gd name="T1" fmla="*/ 2147483647 h 698"/>
              <a:gd name="T2" fmla="*/ 2147483647 w 139"/>
              <a:gd name="T3" fmla="*/ 2147483647 h 698"/>
              <a:gd name="T4" fmla="*/ 2147483647 w 139"/>
              <a:gd name="T5" fmla="*/ 2147483647 h 698"/>
              <a:gd name="T6" fmla="*/ 2147483647 w 139"/>
              <a:gd name="T7" fmla="*/ 2147483647 h 698"/>
              <a:gd name="T8" fmla="*/ 2147483647 w 139"/>
              <a:gd name="T9" fmla="*/ 2147483647 h 698"/>
              <a:gd name="T10" fmla="*/ 2147483647 w 139"/>
              <a:gd name="T11" fmla="*/ 2147483647 h 698"/>
              <a:gd name="T12" fmla="*/ 2147483647 w 139"/>
              <a:gd name="T13" fmla="*/ 2147483647 h 698"/>
              <a:gd name="T14" fmla="*/ 2147483647 w 139"/>
              <a:gd name="T15" fmla="*/ 0 h 698"/>
              <a:gd name="T16" fmla="*/ 2147483647 w 139"/>
              <a:gd name="T17" fmla="*/ 0 h 698"/>
              <a:gd name="T18" fmla="*/ 2147483647 w 139"/>
              <a:gd name="T19" fmla="*/ 2147483647 h 698"/>
              <a:gd name="T20" fmla="*/ 2147483647 w 139"/>
              <a:gd name="T21" fmla="*/ 2147483647 h 698"/>
              <a:gd name="T22" fmla="*/ 2147483647 w 139"/>
              <a:gd name="T23" fmla="*/ 2147483647 h 698"/>
              <a:gd name="T24" fmla="*/ 2147483647 w 139"/>
              <a:gd name="T25" fmla="*/ 2147483647 h 698"/>
              <a:gd name="T26" fmla="*/ 2147483647 w 139"/>
              <a:gd name="T27" fmla="*/ 2147483647 h 698"/>
              <a:gd name="T28" fmla="*/ 2147483647 w 139"/>
              <a:gd name="T29" fmla="*/ 2147483647 h 698"/>
              <a:gd name="T30" fmla="*/ 2147483647 w 139"/>
              <a:gd name="T31" fmla="*/ 2147483647 h 698"/>
              <a:gd name="T32" fmla="*/ 2147483647 w 139"/>
              <a:gd name="T33" fmla="*/ 2147483647 h 698"/>
              <a:gd name="T34" fmla="*/ 2147483647 w 139"/>
              <a:gd name="T35" fmla="*/ 2147483647 h 698"/>
              <a:gd name="T36" fmla="*/ 2147483647 w 139"/>
              <a:gd name="T37" fmla="*/ 2147483647 h 698"/>
              <a:gd name="T38" fmla="*/ 2147483647 w 139"/>
              <a:gd name="T39" fmla="*/ 2147483647 h 698"/>
              <a:gd name="T40" fmla="*/ 2147483647 w 139"/>
              <a:gd name="T41" fmla="*/ 2147483647 h 698"/>
              <a:gd name="T42" fmla="*/ 2147483647 w 139"/>
              <a:gd name="T43" fmla="*/ 2147483647 h 698"/>
              <a:gd name="T44" fmla="*/ 2147483647 w 139"/>
              <a:gd name="T45" fmla="*/ 2147483647 h 698"/>
              <a:gd name="T46" fmla="*/ 2147483647 w 139"/>
              <a:gd name="T47" fmla="*/ 2147483647 h 698"/>
              <a:gd name="T48" fmla="*/ 2147483647 w 139"/>
              <a:gd name="T49" fmla="*/ 2147483647 h 698"/>
              <a:gd name="T50" fmla="*/ 2147483647 w 139"/>
              <a:gd name="T51" fmla="*/ 2147483647 h 698"/>
              <a:gd name="T52" fmla="*/ 2147483647 w 139"/>
              <a:gd name="T53" fmla="*/ 2147483647 h 698"/>
              <a:gd name="T54" fmla="*/ 2147483647 w 139"/>
              <a:gd name="T55" fmla="*/ 2147483647 h 698"/>
              <a:gd name="T56" fmla="*/ 2147483647 w 139"/>
              <a:gd name="T57" fmla="*/ 2147483647 h 698"/>
              <a:gd name="T58" fmla="*/ 2147483647 w 139"/>
              <a:gd name="T59" fmla="*/ 2147483647 h 698"/>
              <a:gd name="T60" fmla="*/ 2147483647 w 139"/>
              <a:gd name="T61" fmla="*/ 2147483647 h 698"/>
              <a:gd name="T62" fmla="*/ 2147483647 w 139"/>
              <a:gd name="T63" fmla="*/ 2147483647 h 698"/>
              <a:gd name="T64" fmla="*/ 0 w 139"/>
              <a:gd name="T65" fmla="*/ 2147483647 h 698"/>
              <a:gd name="T66" fmla="*/ 2147483647 w 139"/>
              <a:gd name="T67" fmla="*/ 2147483647 h 698"/>
              <a:gd name="T68" fmla="*/ 2147483647 w 139"/>
              <a:gd name="T69" fmla="*/ 2147483647 h 698"/>
              <a:gd name="T70" fmla="*/ 2147483647 w 139"/>
              <a:gd name="T71" fmla="*/ 2147483647 h 69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39" h="698">
                <a:moveTo>
                  <a:pt x="0" y="71"/>
                </a:moveTo>
                <a:lnTo>
                  <a:pt x="1" y="63"/>
                </a:lnTo>
                <a:lnTo>
                  <a:pt x="1" y="57"/>
                </a:lnTo>
                <a:lnTo>
                  <a:pt x="4" y="50"/>
                </a:lnTo>
                <a:lnTo>
                  <a:pt x="6" y="43"/>
                </a:lnTo>
                <a:lnTo>
                  <a:pt x="9" y="36"/>
                </a:lnTo>
                <a:lnTo>
                  <a:pt x="12" y="31"/>
                </a:lnTo>
                <a:lnTo>
                  <a:pt x="16" y="25"/>
                </a:lnTo>
                <a:lnTo>
                  <a:pt x="21" y="20"/>
                </a:lnTo>
                <a:lnTo>
                  <a:pt x="25" y="16"/>
                </a:lnTo>
                <a:lnTo>
                  <a:pt x="31" y="12"/>
                </a:lnTo>
                <a:lnTo>
                  <a:pt x="36" y="8"/>
                </a:lnTo>
                <a:lnTo>
                  <a:pt x="43" y="5"/>
                </a:lnTo>
                <a:lnTo>
                  <a:pt x="49" y="3"/>
                </a:lnTo>
                <a:lnTo>
                  <a:pt x="56" y="1"/>
                </a:lnTo>
                <a:lnTo>
                  <a:pt x="63" y="0"/>
                </a:lnTo>
                <a:lnTo>
                  <a:pt x="70" y="0"/>
                </a:lnTo>
                <a:lnTo>
                  <a:pt x="77" y="0"/>
                </a:lnTo>
                <a:lnTo>
                  <a:pt x="84" y="1"/>
                </a:lnTo>
                <a:lnTo>
                  <a:pt x="91" y="3"/>
                </a:lnTo>
                <a:lnTo>
                  <a:pt x="97" y="5"/>
                </a:lnTo>
                <a:lnTo>
                  <a:pt x="103" y="8"/>
                </a:lnTo>
                <a:lnTo>
                  <a:pt x="109" y="11"/>
                </a:lnTo>
                <a:lnTo>
                  <a:pt x="114" y="16"/>
                </a:lnTo>
                <a:lnTo>
                  <a:pt x="119" y="20"/>
                </a:lnTo>
                <a:lnTo>
                  <a:pt x="123" y="25"/>
                </a:lnTo>
                <a:lnTo>
                  <a:pt x="127" y="30"/>
                </a:lnTo>
                <a:lnTo>
                  <a:pt x="131" y="36"/>
                </a:lnTo>
                <a:lnTo>
                  <a:pt x="134" y="42"/>
                </a:lnTo>
                <a:lnTo>
                  <a:pt x="136" y="49"/>
                </a:lnTo>
                <a:lnTo>
                  <a:pt x="138" y="56"/>
                </a:lnTo>
                <a:lnTo>
                  <a:pt x="139" y="63"/>
                </a:lnTo>
                <a:lnTo>
                  <a:pt x="139" y="71"/>
                </a:lnTo>
                <a:lnTo>
                  <a:pt x="139" y="77"/>
                </a:lnTo>
                <a:lnTo>
                  <a:pt x="138" y="85"/>
                </a:lnTo>
                <a:lnTo>
                  <a:pt x="136" y="92"/>
                </a:lnTo>
                <a:lnTo>
                  <a:pt x="134" y="97"/>
                </a:lnTo>
                <a:lnTo>
                  <a:pt x="131" y="104"/>
                </a:lnTo>
                <a:lnTo>
                  <a:pt x="127" y="109"/>
                </a:lnTo>
                <a:lnTo>
                  <a:pt x="123" y="115"/>
                </a:lnTo>
                <a:lnTo>
                  <a:pt x="118" y="120"/>
                </a:lnTo>
                <a:lnTo>
                  <a:pt x="114" y="124"/>
                </a:lnTo>
                <a:lnTo>
                  <a:pt x="108" y="129"/>
                </a:lnTo>
                <a:lnTo>
                  <a:pt x="102" y="133"/>
                </a:lnTo>
                <a:lnTo>
                  <a:pt x="96" y="135"/>
                </a:lnTo>
                <a:lnTo>
                  <a:pt x="89" y="138"/>
                </a:lnTo>
                <a:lnTo>
                  <a:pt x="83" y="139"/>
                </a:lnTo>
                <a:lnTo>
                  <a:pt x="76" y="140"/>
                </a:lnTo>
                <a:lnTo>
                  <a:pt x="68" y="141"/>
                </a:lnTo>
                <a:lnTo>
                  <a:pt x="61" y="140"/>
                </a:lnTo>
                <a:lnTo>
                  <a:pt x="54" y="139"/>
                </a:lnTo>
                <a:lnTo>
                  <a:pt x="47" y="138"/>
                </a:lnTo>
                <a:lnTo>
                  <a:pt x="42" y="135"/>
                </a:lnTo>
                <a:lnTo>
                  <a:pt x="36" y="133"/>
                </a:lnTo>
                <a:lnTo>
                  <a:pt x="30" y="129"/>
                </a:lnTo>
                <a:lnTo>
                  <a:pt x="24" y="124"/>
                </a:lnTo>
                <a:lnTo>
                  <a:pt x="20" y="120"/>
                </a:lnTo>
                <a:lnTo>
                  <a:pt x="15" y="115"/>
                </a:lnTo>
                <a:lnTo>
                  <a:pt x="12" y="109"/>
                </a:lnTo>
                <a:lnTo>
                  <a:pt x="8" y="104"/>
                </a:lnTo>
                <a:lnTo>
                  <a:pt x="5" y="97"/>
                </a:lnTo>
                <a:lnTo>
                  <a:pt x="3" y="92"/>
                </a:lnTo>
                <a:lnTo>
                  <a:pt x="1" y="85"/>
                </a:lnTo>
                <a:lnTo>
                  <a:pt x="1" y="77"/>
                </a:lnTo>
                <a:lnTo>
                  <a:pt x="0" y="71"/>
                </a:lnTo>
                <a:lnTo>
                  <a:pt x="15" y="698"/>
                </a:lnTo>
                <a:lnTo>
                  <a:pt x="15" y="220"/>
                </a:lnTo>
                <a:lnTo>
                  <a:pt x="122" y="201"/>
                </a:lnTo>
                <a:lnTo>
                  <a:pt x="122" y="698"/>
                </a:lnTo>
                <a:lnTo>
                  <a:pt x="15" y="698"/>
                </a:lnTo>
                <a:lnTo>
                  <a:pt x="0" y="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5" name="Freeform 29"/>
          <p:cNvSpPr>
            <a:spLocks/>
          </p:cNvSpPr>
          <p:nvPr/>
        </p:nvSpPr>
        <p:spPr bwMode="auto">
          <a:xfrm>
            <a:off x="4638675" y="1303340"/>
            <a:ext cx="614363" cy="763587"/>
          </a:xfrm>
          <a:custGeom>
            <a:avLst/>
            <a:gdLst>
              <a:gd name="T0" fmla="*/ 2147483647 w 429"/>
              <a:gd name="T1" fmla="*/ 2147483647 h 509"/>
              <a:gd name="T2" fmla="*/ 2147483647 w 429"/>
              <a:gd name="T3" fmla="*/ 2147483647 h 509"/>
              <a:gd name="T4" fmla="*/ 2147483647 w 429"/>
              <a:gd name="T5" fmla="*/ 2147483647 h 509"/>
              <a:gd name="T6" fmla="*/ 2147483647 w 429"/>
              <a:gd name="T7" fmla="*/ 2147483647 h 509"/>
              <a:gd name="T8" fmla="*/ 2147483647 w 429"/>
              <a:gd name="T9" fmla="*/ 2147483647 h 509"/>
              <a:gd name="T10" fmla="*/ 2147483647 w 429"/>
              <a:gd name="T11" fmla="*/ 2147483647 h 509"/>
              <a:gd name="T12" fmla="*/ 2147483647 w 429"/>
              <a:gd name="T13" fmla="*/ 2147483647 h 509"/>
              <a:gd name="T14" fmla="*/ 2147483647 w 429"/>
              <a:gd name="T15" fmla="*/ 2147483647 h 509"/>
              <a:gd name="T16" fmla="*/ 2147483647 w 429"/>
              <a:gd name="T17" fmla="*/ 2147483647 h 509"/>
              <a:gd name="T18" fmla="*/ 2147483647 w 429"/>
              <a:gd name="T19" fmla="*/ 2147483647 h 509"/>
              <a:gd name="T20" fmla="*/ 2147483647 w 429"/>
              <a:gd name="T21" fmla="*/ 2147483647 h 509"/>
              <a:gd name="T22" fmla="*/ 2147483647 w 429"/>
              <a:gd name="T23" fmla="*/ 2147483647 h 509"/>
              <a:gd name="T24" fmla="*/ 2147483647 w 429"/>
              <a:gd name="T25" fmla="*/ 2147483647 h 509"/>
              <a:gd name="T26" fmla="*/ 2147483647 w 429"/>
              <a:gd name="T27" fmla="*/ 2147483647 h 509"/>
              <a:gd name="T28" fmla="*/ 2147483647 w 429"/>
              <a:gd name="T29" fmla="*/ 2147483647 h 509"/>
              <a:gd name="T30" fmla="*/ 0 w 429"/>
              <a:gd name="T31" fmla="*/ 2147483647 h 509"/>
              <a:gd name="T32" fmla="*/ 2147483647 w 429"/>
              <a:gd name="T33" fmla="*/ 2147483647 h 509"/>
              <a:gd name="T34" fmla="*/ 2147483647 w 429"/>
              <a:gd name="T35" fmla="*/ 2147483647 h 509"/>
              <a:gd name="T36" fmla="*/ 2147483647 w 429"/>
              <a:gd name="T37" fmla="*/ 2147483647 h 509"/>
              <a:gd name="T38" fmla="*/ 2147483647 w 429"/>
              <a:gd name="T39" fmla="*/ 2147483647 h 509"/>
              <a:gd name="T40" fmla="*/ 2147483647 w 429"/>
              <a:gd name="T41" fmla="*/ 2147483647 h 509"/>
              <a:gd name="T42" fmla="*/ 2147483647 w 429"/>
              <a:gd name="T43" fmla="*/ 2147483647 h 509"/>
              <a:gd name="T44" fmla="*/ 2147483647 w 429"/>
              <a:gd name="T45" fmla="*/ 2147483647 h 509"/>
              <a:gd name="T46" fmla="*/ 2147483647 w 429"/>
              <a:gd name="T47" fmla="*/ 0 h 509"/>
              <a:gd name="T48" fmla="*/ 2147483647 w 429"/>
              <a:gd name="T49" fmla="*/ 2147483647 h 509"/>
              <a:gd name="T50" fmla="*/ 2147483647 w 429"/>
              <a:gd name="T51" fmla="*/ 2147483647 h 509"/>
              <a:gd name="T52" fmla="*/ 2147483647 w 429"/>
              <a:gd name="T53" fmla="*/ 2147483647 h 509"/>
              <a:gd name="T54" fmla="*/ 2147483647 w 429"/>
              <a:gd name="T55" fmla="*/ 2147483647 h 509"/>
              <a:gd name="T56" fmla="*/ 2147483647 w 429"/>
              <a:gd name="T57" fmla="*/ 2147483647 h 509"/>
              <a:gd name="T58" fmla="*/ 2147483647 w 429"/>
              <a:gd name="T59" fmla="*/ 2147483647 h 509"/>
              <a:gd name="T60" fmla="*/ 2147483647 w 429"/>
              <a:gd name="T61" fmla="*/ 2147483647 h 509"/>
              <a:gd name="T62" fmla="*/ 2147483647 w 429"/>
              <a:gd name="T63" fmla="*/ 2147483647 h 509"/>
              <a:gd name="T64" fmla="*/ 2147483647 w 429"/>
              <a:gd name="T65" fmla="*/ 2147483647 h 509"/>
              <a:gd name="T66" fmla="*/ 2147483647 w 429"/>
              <a:gd name="T67" fmla="*/ 2147483647 h 509"/>
              <a:gd name="T68" fmla="*/ 2147483647 w 429"/>
              <a:gd name="T69" fmla="*/ 2147483647 h 509"/>
              <a:gd name="T70" fmla="*/ 2147483647 w 429"/>
              <a:gd name="T71" fmla="*/ 2147483647 h 509"/>
              <a:gd name="T72" fmla="*/ 2147483647 w 429"/>
              <a:gd name="T73" fmla="*/ 2147483647 h 509"/>
              <a:gd name="T74" fmla="*/ 2147483647 w 429"/>
              <a:gd name="T75" fmla="*/ 2147483647 h 509"/>
              <a:gd name="T76" fmla="*/ 2147483647 w 429"/>
              <a:gd name="T77" fmla="*/ 2147483647 h 509"/>
              <a:gd name="T78" fmla="*/ 2147483647 w 429"/>
              <a:gd name="T79" fmla="*/ 2147483647 h 509"/>
              <a:gd name="T80" fmla="*/ 2147483647 w 429"/>
              <a:gd name="T81" fmla="*/ 2147483647 h 509"/>
              <a:gd name="T82" fmla="*/ 2147483647 w 429"/>
              <a:gd name="T83" fmla="*/ 2147483647 h 509"/>
              <a:gd name="T84" fmla="*/ 2147483647 w 429"/>
              <a:gd name="T85" fmla="*/ 2147483647 h 509"/>
              <a:gd name="T86" fmla="*/ 2147483647 w 429"/>
              <a:gd name="T87" fmla="*/ 2147483647 h 509"/>
              <a:gd name="T88" fmla="*/ 2147483647 w 429"/>
              <a:gd name="T89" fmla="*/ 2147483647 h 509"/>
              <a:gd name="T90" fmla="*/ 2147483647 w 429"/>
              <a:gd name="T91" fmla="*/ 2147483647 h 509"/>
              <a:gd name="T92" fmla="*/ 2147483647 w 429"/>
              <a:gd name="T93" fmla="*/ 2147483647 h 509"/>
              <a:gd name="T94" fmla="*/ 2147483647 w 429"/>
              <a:gd name="T95" fmla="*/ 2147483647 h 509"/>
              <a:gd name="T96" fmla="*/ 2147483647 w 429"/>
              <a:gd name="T97" fmla="*/ 2147483647 h 509"/>
              <a:gd name="T98" fmla="*/ 2147483647 w 429"/>
              <a:gd name="T99" fmla="*/ 2147483647 h 509"/>
              <a:gd name="T100" fmla="*/ 2147483647 w 429"/>
              <a:gd name="T101" fmla="*/ 2147483647 h 509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429" h="509">
                <a:moveTo>
                  <a:pt x="429" y="256"/>
                </a:moveTo>
                <a:lnTo>
                  <a:pt x="428" y="270"/>
                </a:lnTo>
                <a:lnTo>
                  <a:pt x="428" y="285"/>
                </a:lnTo>
                <a:lnTo>
                  <a:pt x="427" y="299"/>
                </a:lnTo>
                <a:lnTo>
                  <a:pt x="425" y="312"/>
                </a:lnTo>
                <a:lnTo>
                  <a:pt x="423" y="325"/>
                </a:lnTo>
                <a:lnTo>
                  <a:pt x="420" y="337"/>
                </a:lnTo>
                <a:lnTo>
                  <a:pt x="417" y="350"/>
                </a:lnTo>
                <a:lnTo>
                  <a:pt x="413" y="362"/>
                </a:lnTo>
                <a:lnTo>
                  <a:pt x="410" y="373"/>
                </a:lnTo>
                <a:lnTo>
                  <a:pt x="405" y="384"/>
                </a:lnTo>
                <a:lnTo>
                  <a:pt x="401" y="395"/>
                </a:lnTo>
                <a:lnTo>
                  <a:pt x="395" y="405"/>
                </a:lnTo>
                <a:lnTo>
                  <a:pt x="390" y="415"/>
                </a:lnTo>
                <a:lnTo>
                  <a:pt x="384" y="424"/>
                </a:lnTo>
                <a:lnTo>
                  <a:pt x="378" y="433"/>
                </a:lnTo>
                <a:lnTo>
                  <a:pt x="371" y="442"/>
                </a:lnTo>
                <a:lnTo>
                  <a:pt x="363" y="449"/>
                </a:lnTo>
                <a:lnTo>
                  <a:pt x="356" y="457"/>
                </a:lnTo>
                <a:lnTo>
                  <a:pt x="348" y="464"/>
                </a:lnTo>
                <a:lnTo>
                  <a:pt x="340" y="471"/>
                </a:lnTo>
                <a:lnTo>
                  <a:pt x="331" y="477"/>
                </a:lnTo>
                <a:lnTo>
                  <a:pt x="322" y="482"/>
                </a:lnTo>
                <a:lnTo>
                  <a:pt x="313" y="487"/>
                </a:lnTo>
                <a:lnTo>
                  <a:pt x="303" y="492"/>
                </a:lnTo>
                <a:lnTo>
                  <a:pt x="293" y="496"/>
                </a:lnTo>
                <a:lnTo>
                  <a:pt x="282" y="500"/>
                </a:lnTo>
                <a:lnTo>
                  <a:pt x="272" y="503"/>
                </a:lnTo>
                <a:lnTo>
                  <a:pt x="261" y="505"/>
                </a:lnTo>
                <a:lnTo>
                  <a:pt x="249" y="507"/>
                </a:lnTo>
                <a:lnTo>
                  <a:pt x="238" y="509"/>
                </a:lnTo>
                <a:lnTo>
                  <a:pt x="226" y="509"/>
                </a:lnTo>
                <a:lnTo>
                  <a:pt x="214" y="509"/>
                </a:lnTo>
                <a:lnTo>
                  <a:pt x="202" y="509"/>
                </a:lnTo>
                <a:lnTo>
                  <a:pt x="190" y="508"/>
                </a:lnTo>
                <a:lnTo>
                  <a:pt x="178" y="507"/>
                </a:lnTo>
                <a:lnTo>
                  <a:pt x="167" y="505"/>
                </a:lnTo>
                <a:lnTo>
                  <a:pt x="156" y="503"/>
                </a:lnTo>
                <a:lnTo>
                  <a:pt x="145" y="499"/>
                </a:lnTo>
                <a:lnTo>
                  <a:pt x="135" y="496"/>
                </a:lnTo>
                <a:lnTo>
                  <a:pt x="125" y="492"/>
                </a:lnTo>
                <a:lnTo>
                  <a:pt x="115" y="487"/>
                </a:lnTo>
                <a:lnTo>
                  <a:pt x="106" y="482"/>
                </a:lnTo>
                <a:lnTo>
                  <a:pt x="97" y="476"/>
                </a:lnTo>
                <a:lnTo>
                  <a:pt x="88" y="470"/>
                </a:lnTo>
                <a:lnTo>
                  <a:pt x="80" y="463"/>
                </a:lnTo>
                <a:lnTo>
                  <a:pt x="72" y="457"/>
                </a:lnTo>
                <a:lnTo>
                  <a:pt x="65" y="448"/>
                </a:lnTo>
                <a:lnTo>
                  <a:pt x="57" y="441"/>
                </a:lnTo>
                <a:lnTo>
                  <a:pt x="50" y="432"/>
                </a:lnTo>
                <a:lnTo>
                  <a:pt x="45" y="423"/>
                </a:lnTo>
                <a:lnTo>
                  <a:pt x="39" y="414"/>
                </a:lnTo>
                <a:lnTo>
                  <a:pt x="33" y="404"/>
                </a:lnTo>
                <a:lnTo>
                  <a:pt x="27" y="394"/>
                </a:lnTo>
                <a:lnTo>
                  <a:pt x="23" y="383"/>
                </a:lnTo>
                <a:lnTo>
                  <a:pt x="18" y="372"/>
                </a:lnTo>
                <a:lnTo>
                  <a:pt x="15" y="360"/>
                </a:lnTo>
                <a:lnTo>
                  <a:pt x="11" y="349"/>
                </a:lnTo>
                <a:lnTo>
                  <a:pt x="8" y="337"/>
                </a:lnTo>
                <a:lnTo>
                  <a:pt x="6" y="324"/>
                </a:lnTo>
                <a:lnTo>
                  <a:pt x="4" y="311"/>
                </a:lnTo>
                <a:lnTo>
                  <a:pt x="2" y="297"/>
                </a:lnTo>
                <a:lnTo>
                  <a:pt x="1" y="284"/>
                </a:lnTo>
                <a:lnTo>
                  <a:pt x="0" y="270"/>
                </a:lnTo>
                <a:lnTo>
                  <a:pt x="0" y="255"/>
                </a:lnTo>
                <a:lnTo>
                  <a:pt x="0" y="241"/>
                </a:lnTo>
                <a:lnTo>
                  <a:pt x="1" y="226"/>
                </a:lnTo>
                <a:lnTo>
                  <a:pt x="2" y="213"/>
                </a:lnTo>
                <a:lnTo>
                  <a:pt x="4" y="200"/>
                </a:lnTo>
                <a:lnTo>
                  <a:pt x="6" y="187"/>
                </a:lnTo>
                <a:lnTo>
                  <a:pt x="8" y="174"/>
                </a:lnTo>
                <a:lnTo>
                  <a:pt x="11" y="162"/>
                </a:lnTo>
                <a:lnTo>
                  <a:pt x="15" y="150"/>
                </a:lnTo>
                <a:lnTo>
                  <a:pt x="18" y="139"/>
                </a:lnTo>
                <a:lnTo>
                  <a:pt x="23" y="127"/>
                </a:lnTo>
                <a:lnTo>
                  <a:pt x="27" y="116"/>
                </a:lnTo>
                <a:lnTo>
                  <a:pt x="33" y="107"/>
                </a:lnTo>
                <a:lnTo>
                  <a:pt x="39" y="96"/>
                </a:lnTo>
                <a:lnTo>
                  <a:pt x="45" y="87"/>
                </a:lnTo>
                <a:lnTo>
                  <a:pt x="50" y="78"/>
                </a:lnTo>
                <a:lnTo>
                  <a:pt x="57" y="69"/>
                </a:lnTo>
                <a:lnTo>
                  <a:pt x="65" y="61"/>
                </a:lnTo>
                <a:lnTo>
                  <a:pt x="72" y="54"/>
                </a:lnTo>
                <a:lnTo>
                  <a:pt x="80" y="46"/>
                </a:lnTo>
                <a:lnTo>
                  <a:pt x="88" y="39"/>
                </a:lnTo>
                <a:lnTo>
                  <a:pt x="97" y="34"/>
                </a:lnTo>
                <a:lnTo>
                  <a:pt x="106" y="28"/>
                </a:lnTo>
                <a:lnTo>
                  <a:pt x="115" y="23"/>
                </a:lnTo>
                <a:lnTo>
                  <a:pt x="124" y="18"/>
                </a:lnTo>
                <a:lnTo>
                  <a:pt x="134" y="14"/>
                </a:lnTo>
                <a:lnTo>
                  <a:pt x="144" y="10"/>
                </a:lnTo>
                <a:lnTo>
                  <a:pt x="155" y="7"/>
                </a:lnTo>
                <a:lnTo>
                  <a:pt x="166" y="4"/>
                </a:lnTo>
                <a:lnTo>
                  <a:pt x="177" y="3"/>
                </a:lnTo>
                <a:lnTo>
                  <a:pt x="188" y="2"/>
                </a:lnTo>
                <a:lnTo>
                  <a:pt x="200" y="0"/>
                </a:lnTo>
                <a:lnTo>
                  <a:pt x="212" y="0"/>
                </a:lnTo>
                <a:lnTo>
                  <a:pt x="225" y="0"/>
                </a:lnTo>
                <a:lnTo>
                  <a:pt x="237" y="2"/>
                </a:lnTo>
                <a:lnTo>
                  <a:pt x="249" y="3"/>
                </a:lnTo>
                <a:lnTo>
                  <a:pt x="261" y="4"/>
                </a:lnTo>
                <a:lnTo>
                  <a:pt x="273" y="7"/>
                </a:lnTo>
                <a:lnTo>
                  <a:pt x="283" y="10"/>
                </a:lnTo>
                <a:lnTo>
                  <a:pt x="294" y="14"/>
                </a:lnTo>
                <a:lnTo>
                  <a:pt x="304" y="19"/>
                </a:lnTo>
                <a:lnTo>
                  <a:pt x="314" y="23"/>
                </a:lnTo>
                <a:lnTo>
                  <a:pt x="323" y="28"/>
                </a:lnTo>
                <a:lnTo>
                  <a:pt x="332" y="34"/>
                </a:lnTo>
                <a:lnTo>
                  <a:pt x="341" y="41"/>
                </a:lnTo>
                <a:lnTo>
                  <a:pt x="349" y="48"/>
                </a:lnTo>
                <a:lnTo>
                  <a:pt x="357" y="54"/>
                </a:lnTo>
                <a:lnTo>
                  <a:pt x="365" y="63"/>
                </a:lnTo>
                <a:lnTo>
                  <a:pt x="372" y="71"/>
                </a:lnTo>
                <a:lnTo>
                  <a:pt x="379" y="79"/>
                </a:lnTo>
                <a:lnTo>
                  <a:pt x="385" y="89"/>
                </a:lnTo>
                <a:lnTo>
                  <a:pt x="391" y="98"/>
                </a:lnTo>
                <a:lnTo>
                  <a:pt x="396" y="108"/>
                </a:lnTo>
                <a:lnTo>
                  <a:pt x="401" y="118"/>
                </a:lnTo>
                <a:lnTo>
                  <a:pt x="406" y="129"/>
                </a:lnTo>
                <a:lnTo>
                  <a:pt x="410" y="140"/>
                </a:lnTo>
                <a:lnTo>
                  <a:pt x="414" y="151"/>
                </a:lnTo>
                <a:lnTo>
                  <a:pt x="418" y="163"/>
                </a:lnTo>
                <a:lnTo>
                  <a:pt x="421" y="176"/>
                </a:lnTo>
                <a:lnTo>
                  <a:pt x="423" y="188"/>
                </a:lnTo>
                <a:lnTo>
                  <a:pt x="425" y="201"/>
                </a:lnTo>
                <a:lnTo>
                  <a:pt x="427" y="215"/>
                </a:lnTo>
                <a:lnTo>
                  <a:pt x="428" y="228"/>
                </a:lnTo>
                <a:lnTo>
                  <a:pt x="428" y="242"/>
                </a:lnTo>
                <a:lnTo>
                  <a:pt x="429" y="256"/>
                </a:lnTo>
                <a:lnTo>
                  <a:pt x="117" y="249"/>
                </a:lnTo>
                <a:lnTo>
                  <a:pt x="118" y="274"/>
                </a:lnTo>
                <a:lnTo>
                  <a:pt x="118" y="297"/>
                </a:lnTo>
                <a:lnTo>
                  <a:pt x="121" y="318"/>
                </a:lnTo>
                <a:lnTo>
                  <a:pt x="124" y="337"/>
                </a:lnTo>
                <a:lnTo>
                  <a:pt x="127" y="353"/>
                </a:lnTo>
                <a:lnTo>
                  <a:pt x="132" y="368"/>
                </a:lnTo>
                <a:lnTo>
                  <a:pt x="137" y="381"/>
                </a:lnTo>
                <a:lnTo>
                  <a:pt x="142" y="393"/>
                </a:lnTo>
                <a:lnTo>
                  <a:pt x="146" y="398"/>
                </a:lnTo>
                <a:lnTo>
                  <a:pt x="149" y="402"/>
                </a:lnTo>
                <a:lnTo>
                  <a:pt x="153" y="407"/>
                </a:lnTo>
                <a:lnTo>
                  <a:pt x="156" y="410"/>
                </a:lnTo>
                <a:lnTo>
                  <a:pt x="161" y="414"/>
                </a:lnTo>
                <a:lnTo>
                  <a:pt x="164" y="417"/>
                </a:lnTo>
                <a:lnTo>
                  <a:pt x="169" y="420"/>
                </a:lnTo>
                <a:lnTo>
                  <a:pt x="173" y="422"/>
                </a:lnTo>
                <a:lnTo>
                  <a:pt x="183" y="426"/>
                </a:lnTo>
                <a:lnTo>
                  <a:pt x="194" y="429"/>
                </a:lnTo>
                <a:lnTo>
                  <a:pt x="204" y="430"/>
                </a:lnTo>
                <a:lnTo>
                  <a:pt x="216" y="430"/>
                </a:lnTo>
                <a:lnTo>
                  <a:pt x="227" y="430"/>
                </a:lnTo>
                <a:lnTo>
                  <a:pt x="238" y="428"/>
                </a:lnTo>
                <a:lnTo>
                  <a:pt x="248" y="425"/>
                </a:lnTo>
                <a:lnTo>
                  <a:pt x="257" y="421"/>
                </a:lnTo>
                <a:lnTo>
                  <a:pt x="266" y="416"/>
                </a:lnTo>
                <a:lnTo>
                  <a:pt x="274" y="408"/>
                </a:lnTo>
                <a:lnTo>
                  <a:pt x="281" y="400"/>
                </a:lnTo>
                <a:lnTo>
                  <a:pt x="287" y="390"/>
                </a:lnTo>
                <a:lnTo>
                  <a:pt x="293" y="379"/>
                </a:lnTo>
                <a:lnTo>
                  <a:pt x="299" y="366"/>
                </a:lnTo>
                <a:lnTo>
                  <a:pt x="302" y="352"/>
                </a:lnTo>
                <a:lnTo>
                  <a:pt x="306" y="337"/>
                </a:lnTo>
                <a:lnTo>
                  <a:pt x="309" y="320"/>
                </a:lnTo>
                <a:lnTo>
                  <a:pt x="311" y="300"/>
                </a:lnTo>
                <a:lnTo>
                  <a:pt x="312" y="280"/>
                </a:lnTo>
                <a:lnTo>
                  <a:pt x="313" y="258"/>
                </a:lnTo>
                <a:lnTo>
                  <a:pt x="312" y="234"/>
                </a:lnTo>
                <a:lnTo>
                  <a:pt x="311" y="211"/>
                </a:lnTo>
                <a:lnTo>
                  <a:pt x="308" y="191"/>
                </a:lnTo>
                <a:lnTo>
                  <a:pt x="305" y="172"/>
                </a:lnTo>
                <a:lnTo>
                  <a:pt x="302" y="156"/>
                </a:lnTo>
                <a:lnTo>
                  <a:pt x="297" y="142"/>
                </a:lnTo>
                <a:lnTo>
                  <a:pt x="292" y="129"/>
                </a:lnTo>
                <a:lnTo>
                  <a:pt x="286" y="118"/>
                </a:lnTo>
                <a:lnTo>
                  <a:pt x="282" y="112"/>
                </a:lnTo>
                <a:lnTo>
                  <a:pt x="279" y="108"/>
                </a:lnTo>
                <a:lnTo>
                  <a:pt x="276" y="104"/>
                </a:lnTo>
                <a:lnTo>
                  <a:pt x="271" y="100"/>
                </a:lnTo>
                <a:lnTo>
                  <a:pt x="267" y="97"/>
                </a:lnTo>
                <a:lnTo>
                  <a:pt x="263" y="93"/>
                </a:lnTo>
                <a:lnTo>
                  <a:pt x="259" y="91"/>
                </a:lnTo>
                <a:lnTo>
                  <a:pt x="255" y="89"/>
                </a:lnTo>
                <a:lnTo>
                  <a:pt x="245" y="84"/>
                </a:lnTo>
                <a:lnTo>
                  <a:pt x="235" y="82"/>
                </a:lnTo>
                <a:lnTo>
                  <a:pt x="224" y="80"/>
                </a:lnTo>
                <a:lnTo>
                  <a:pt x="213" y="80"/>
                </a:lnTo>
                <a:lnTo>
                  <a:pt x="201" y="80"/>
                </a:lnTo>
                <a:lnTo>
                  <a:pt x="189" y="82"/>
                </a:lnTo>
                <a:lnTo>
                  <a:pt x="179" y="85"/>
                </a:lnTo>
                <a:lnTo>
                  <a:pt x="170" y="89"/>
                </a:lnTo>
                <a:lnTo>
                  <a:pt x="165" y="92"/>
                </a:lnTo>
                <a:lnTo>
                  <a:pt x="161" y="95"/>
                </a:lnTo>
                <a:lnTo>
                  <a:pt x="157" y="98"/>
                </a:lnTo>
                <a:lnTo>
                  <a:pt x="153" y="102"/>
                </a:lnTo>
                <a:lnTo>
                  <a:pt x="146" y="110"/>
                </a:lnTo>
                <a:lnTo>
                  <a:pt x="140" y="120"/>
                </a:lnTo>
                <a:lnTo>
                  <a:pt x="134" y="131"/>
                </a:lnTo>
                <a:lnTo>
                  <a:pt x="129" y="143"/>
                </a:lnTo>
                <a:lnTo>
                  <a:pt x="126" y="157"/>
                </a:lnTo>
                <a:lnTo>
                  <a:pt x="122" y="172"/>
                </a:lnTo>
                <a:lnTo>
                  <a:pt x="120" y="189"/>
                </a:lnTo>
                <a:lnTo>
                  <a:pt x="118" y="207"/>
                </a:lnTo>
                <a:lnTo>
                  <a:pt x="117" y="227"/>
                </a:lnTo>
                <a:lnTo>
                  <a:pt x="117" y="249"/>
                </a:lnTo>
                <a:lnTo>
                  <a:pt x="429" y="2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6" name="Freeform 30"/>
          <p:cNvSpPr>
            <a:spLocks/>
          </p:cNvSpPr>
          <p:nvPr/>
        </p:nvSpPr>
        <p:spPr bwMode="auto">
          <a:xfrm>
            <a:off x="5380040" y="1301752"/>
            <a:ext cx="558800" cy="747713"/>
          </a:xfrm>
          <a:custGeom>
            <a:avLst/>
            <a:gdLst>
              <a:gd name="T0" fmla="*/ 2147483647 w 389"/>
              <a:gd name="T1" fmla="*/ 2147483647 h 498"/>
              <a:gd name="T2" fmla="*/ 2147483647 w 389"/>
              <a:gd name="T3" fmla="*/ 2147483647 h 498"/>
              <a:gd name="T4" fmla="*/ 2147483647 w 389"/>
              <a:gd name="T5" fmla="*/ 2147483647 h 498"/>
              <a:gd name="T6" fmla="*/ 2147483647 w 389"/>
              <a:gd name="T7" fmla="*/ 2147483647 h 498"/>
              <a:gd name="T8" fmla="*/ 2147483647 w 389"/>
              <a:gd name="T9" fmla="*/ 2147483647 h 498"/>
              <a:gd name="T10" fmla="*/ 2147483647 w 389"/>
              <a:gd name="T11" fmla="*/ 2147483647 h 498"/>
              <a:gd name="T12" fmla="*/ 2147483647 w 389"/>
              <a:gd name="T13" fmla="*/ 2147483647 h 498"/>
              <a:gd name="T14" fmla="*/ 2147483647 w 389"/>
              <a:gd name="T15" fmla="*/ 2147483647 h 498"/>
              <a:gd name="T16" fmla="*/ 2147483647 w 389"/>
              <a:gd name="T17" fmla="*/ 2147483647 h 498"/>
              <a:gd name="T18" fmla="*/ 2147483647 w 389"/>
              <a:gd name="T19" fmla="*/ 2147483647 h 498"/>
              <a:gd name="T20" fmla="*/ 2147483647 w 389"/>
              <a:gd name="T21" fmla="*/ 2147483647 h 498"/>
              <a:gd name="T22" fmla="*/ 2147483647 w 389"/>
              <a:gd name="T23" fmla="*/ 2147483647 h 498"/>
              <a:gd name="T24" fmla="*/ 2147483647 w 389"/>
              <a:gd name="T25" fmla="*/ 2147483647 h 498"/>
              <a:gd name="T26" fmla="*/ 2147483647 w 389"/>
              <a:gd name="T27" fmla="*/ 2147483647 h 498"/>
              <a:gd name="T28" fmla="*/ 2147483647 w 389"/>
              <a:gd name="T29" fmla="*/ 2147483647 h 498"/>
              <a:gd name="T30" fmla="*/ 2147483647 w 389"/>
              <a:gd name="T31" fmla="*/ 2147483647 h 498"/>
              <a:gd name="T32" fmla="*/ 2147483647 w 389"/>
              <a:gd name="T33" fmla="*/ 2147483647 h 498"/>
              <a:gd name="T34" fmla="*/ 2147483647 w 389"/>
              <a:gd name="T35" fmla="*/ 2147483647 h 498"/>
              <a:gd name="T36" fmla="*/ 2147483647 w 389"/>
              <a:gd name="T37" fmla="*/ 2147483647 h 498"/>
              <a:gd name="T38" fmla="*/ 2147483647 w 389"/>
              <a:gd name="T39" fmla="*/ 0 h 498"/>
              <a:gd name="T40" fmla="*/ 2147483647 w 389"/>
              <a:gd name="T41" fmla="*/ 2147483647 h 498"/>
              <a:gd name="T42" fmla="*/ 2147483647 w 389"/>
              <a:gd name="T43" fmla="*/ 2147483647 h 498"/>
              <a:gd name="T44" fmla="*/ 2147483647 w 389"/>
              <a:gd name="T45" fmla="*/ 2147483647 h 498"/>
              <a:gd name="T46" fmla="*/ 2147483647 w 389"/>
              <a:gd name="T47" fmla="*/ 2147483647 h 498"/>
              <a:gd name="T48" fmla="*/ 2147483647 w 389"/>
              <a:gd name="T49" fmla="*/ 2147483647 h 498"/>
              <a:gd name="T50" fmla="*/ 2147483647 w 389"/>
              <a:gd name="T51" fmla="*/ 2147483647 h 498"/>
              <a:gd name="T52" fmla="*/ 2147483647 w 389"/>
              <a:gd name="T53" fmla="*/ 2147483647 h 498"/>
              <a:gd name="T54" fmla="*/ 2147483647 w 389"/>
              <a:gd name="T55" fmla="*/ 2147483647 h 498"/>
              <a:gd name="T56" fmla="*/ 2147483647 w 389"/>
              <a:gd name="T57" fmla="*/ 2147483647 h 498"/>
              <a:gd name="T58" fmla="*/ 2147483647 w 389"/>
              <a:gd name="T59" fmla="*/ 2147483647 h 498"/>
              <a:gd name="T60" fmla="*/ 2147483647 w 389"/>
              <a:gd name="T61" fmla="*/ 2147483647 h 498"/>
              <a:gd name="T62" fmla="*/ 2147483647 w 389"/>
              <a:gd name="T63" fmla="*/ 2147483647 h 498"/>
              <a:gd name="T64" fmla="*/ 2147483647 w 389"/>
              <a:gd name="T65" fmla="*/ 2147483647 h 498"/>
              <a:gd name="T66" fmla="*/ 2147483647 w 389"/>
              <a:gd name="T67" fmla="*/ 2147483647 h 498"/>
              <a:gd name="T68" fmla="*/ 2147483647 w 389"/>
              <a:gd name="T69" fmla="*/ 2147483647 h 498"/>
              <a:gd name="T70" fmla="*/ 2147483647 w 389"/>
              <a:gd name="T71" fmla="*/ 2147483647 h 498"/>
              <a:gd name="T72" fmla="*/ 2147483647 w 389"/>
              <a:gd name="T73" fmla="*/ 2147483647 h 498"/>
              <a:gd name="T74" fmla="*/ 2147483647 w 389"/>
              <a:gd name="T75" fmla="*/ 2147483647 h 498"/>
              <a:gd name="T76" fmla="*/ 2147483647 w 389"/>
              <a:gd name="T77" fmla="*/ 2147483647 h 498"/>
              <a:gd name="T78" fmla="*/ 2147483647 w 389"/>
              <a:gd name="T79" fmla="*/ 2147483647 h 49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89" h="498">
                <a:moveTo>
                  <a:pt x="284" y="498"/>
                </a:moveTo>
                <a:lnTo>
                  <a:pt x="284" y="176"/>
                </a:lnTo>
                <a:lnTo>
                  <a:pt x="284" y="164"/>
                </a:lnTo>
                <a:lnTo>
                  <a:pt x="284" y="153"/>
                </a:lnTo>
                <a:lnTo>
                  <a:pt x="282" y="143"/>
                </a:lnTo>
                <a:lnTo>
                  <a:pt x="281" y="134"/>
                </a:lnTo>
                <a:lnTo>
                  <a:pt x="279" y="127"/>
                </a:lnTo>
                <a:lnTo>
                  <a:pt x="277" y="120"/>
                </a:lnTo>
                <a:lnTo>
                  <a:pt x="275" y="114"/>
                </a:lnTo>
                <a:lnTo>
                  <a:pt x="272" y="109"/>
                </a:lnTo>
                <a:lnTo>
                  <a:pt x="268" y="105"/>
                </a:lnTo>
                <a:lnTo>
                  <a:pt x="263" y="101"/>
                </a:lnTo>
                <a:lnTo>
                  <a:pt x="259" y="98"/>
                </a:lnTo>
                <a:lnTo>
                  <a:pt x="255" y="95"/>
                </a:lnTo>
                <a:lnTo>
                  <a:pt x="249" y="93"/>
                </a:lnTo>
                <a:lnTo>
                  <a:pt x="243" y="92"/>
                </a:lnTo>
                <a:lnTo>
                  <a:pt x="236" y="91"/>
                </a:lnTo>
                <a:lnTo>
                  <a:pt x="228" y="91"/>
                </a:lnTo>
                <a:lnTo>
                  <a:pt x="222" y="92"/>
                </a:lnTo>
                <a:lnTo>
                  <a:pt x="217" y="93"/>
                </a:lnTo>
                <a:lnTo>
                  <a:pt x="210" y="93"/>
                </a:lnTo>
                <a:lnTo>
                  <a:pt x="203" y="96"/>
                </a:lnTo>
                <a:lnTo>
                  <a:pt x="190" y="100"/>
                </a:lnTo>
                <a:lnTo>
                  <a:pt x="176" y="107"/>
                </a:lnTo>
                <a:lnTo>
                  <a:pt x="161" y="115"/>
                </a:lnTo>
                <a:lnTo>
                  <a:pt x="148" y="124"/>
                </a:lnTo>
                <a:lnTo>
                  <a:pt x="135" y="134"/>
                </a:lnTo>
                <a:lnTo>
                  <a:pt x="122" y="146"/>
                </a:lnTo>
                <a:lnTo>
                  <a:pt x="122" y="498"/>
                </a:lnTo>
                <a:lnTo>
                  <a:pt x="18" y="498"/>
                </a:lnTo>
                <a:lnTo>
                  <a:pt x="18" y="141"/>
                </a:lnTo>
                <a:lnTo>
                  <a:pt x="18" y="123"/>
                </a:lnTo>
                <a:lnTo>
                  <a:pt x="18" y="107"/>
                </a:lnTo>
                <a:lnTo>
                  <a:pt x="16" y="91"/>
                </a:lnTo>
                <a:lnTo>
                  <a:pt x="14" y="78"/>
                </a:lnTo>
                <a:lnTo>
                  <a:pt x="12" y="64"/>
                </a:lnTo>
                <a:lnTo>
                  <a:pt x="9" y="52"/>
                </a:lnTo>
                <a:lnTo>
                  <a:pt x="5" y="39"/>
                </a:lnTo>
                <a:lnTo>
                  <a:pt x="0" y="26"/>
                </a:lnTo>
                <a:lnTo>
                  <a:pt x="96" y="0"/>
                </a:lnTo>
                <a:lnTo>
                  <a:pt x="100" y="8"/>
                </a:lnTo>
                <a:lnTo>
                  <a:pt x="103" y="16"/>
                </a:lnTo>
                <a:lnTo>
                  <a:pt x="106" y="24"/>
                </a:lnTo>
                <a:lnTo>
                  <a:pt x="109" y="32"/>
                </a:lnTo>
                <a:lnTo>
                  <a:pt x="111" y="40"/>
                </a:lnTo>
                <a:lnTo>
                  <a:pt x="112" y="49"/>
                </a:lnTo>
                <a:lnTo>
                  <a:pt x="113" y="58"/>
                </a:lnTo>
                <a:lnTo>
                  <a:pt x="113" y="68"/>
                </a:lnTo>
                <a:lnTo>
                  <a:pt x="132" y="52"/>
                </a:lnTo>
                <a:lnTo>
                  <a:pt x="151" y="39"/>
                </a:lnTo>
                <a:lnTo>
                  <a:pt x="161" y="33"/>
                </a:lnTo>
                <a:lnTo>
                  <a:pt x="170" y="28"/>
                </a:lnTo>
                <a:lnTo>
                  <a:pt x="179" y="23"/>
                </a:lnTo>
                <a:lnTo>
                  <a:pt x="187" y="18"/>
                </a:lnTo>
                <a:lnTo>
                  <a:pt x="196" y="14"/>
                </a:lnTo>
                <a:lnTo>
                  <a:pt x="206" y="11"/>
                </a:lnTo>
                <a:lnTo>
                  <a:pt x="215" y="8"/>
                </a:lnTo>
                <a:lnTo>
                  <a:pt x="224" y="5"/>
                </a:lnTo>
                <a:lnTo>
                  <a:pt x="234" y="3"/>
                </a:lnTo>
                <a:lnTo>
                  <a:pt x="243" y="3"/>
                </a:lnTo>
                <a:lnTo>
                  <a:pt x="252" y="1"/>
                </a:lnTo>
                <a:lnTo>
                  <a:pt x="262" y="1"/>
                </a:lnTo>
                <a:lnTo>
                  <a:pt x="276" y="2"/>
                </a:lnTo>
                <a:lnTo>
                  <a:pt x="289" y="3"/>
                </a:lnTo>
                <a:lnTo>
                  <a:pt x="301" y="5"/>
                </a:lnTo>
                <a:lnTo>
                  <a:pt x="313" y="9"/>
                </a:lnTo>
                <a:lnTo>
                  <a:pt x="325" y="14"/>
                </a:lnTo>
                <a:lnTo>
                  <a:pt x="335" y="20"/>
                </a:lnTo>
                <a:lnTo>
                  <a:pt x="345" y="27"/>
                </a:lnTo>
                <a:lnTo>
                  <a:pt x="354" y="35"/>
                </a:lnTo>
                <a:lnTo>
                  <a:pt x="361" y="43"/>
                </a:lnTo>
                <a:lnTo>
                  <a:pt x="369" y="54"/>
                </a:lnTo>
                <a:lnTo>
                  <a:pt x="375" y="65"/>
                </a:lnTo>
                <a:lnTo>
                  <a:pt x="380" y="77"/>
                </a:lnTo>
                <a:lnTo>
                  <a:pt x="383" y="90"/>
                </a:lnTo>
                <a:lnTo>
                  <a:pt x="386" y="104"/>
                </a:lnTo>
                <a:lnTo>
                  <a:pt x="388" y="119"/>
                </a:lnTo>
                <a:lnTo>
                  <a:pt x="389" y="135"/>
                </a:lnTo>
                <a:lnTo>
                  <a:pt x="389" y="498"/>
                </a:lnTo>
                <a:lnTo>
                  <a:pt x="284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7" name="Freeform 31"/>
          <p:cNvSpPr>
            <a:spLocks/>
          </p:cNvSpPr>
          <p:nvPr/>
        </p:nvSpPr>
        <p:spPr bwMode="auto">
          <a:xfrm>
            <a:off x="6084890" y="1301750"/>
            <a:ext cx="595312" cy="776288"/>
          </a:xfrm>
          <a:custGeom>
            <a:avLst/>
            <a:gdLst>
              <a:gd name="T0" fmla="*/ 2147483647 w 415"/>
              <a:gd name="T1" fmla="*/ 2147483647 h 518"/>
              <a:gd name="T2" fmla="*/ 2147483647 w 415"/>
              <a:gd name="T3" fmla="*/ 2147483647 h 518"/>
              <a:gd name="T4" fmla="*/ 2147483647 w 415"/>
              <a:gd name="T5" fmla="*/ 2147483647 h 518"/>
              <a:gd name="T6" fmla="*/ 2147483647 w 415"/>
              <a:gd name="T7" fmla="*/ 2147483647 h 518"/>
              <a:gd name="T8" fmla="*/ 2147483647 w 415"/>
              <a:gd name="T9" fmla="*/ 2147483647 h 518"/>
              <a:gd name="T10" fmla="*/ 2147483647 w 415"/>
              <a:gd name="T11" fmla="*/ 2147483647 h 518"/>
              <a:gd name="T12" fmla="*/ 2147483647 w 415"/>
              <a:gd name="T13" fmla="*/ 2147483647 h 518"/>
              <a:gd name="T14" fmla="*/ 2147483647 w 415"/>
              <a:gd name="T15" fmla="*/ 2147483647 h 518"/>
              <a:gd name="T16" fmla="*/ 2147483647 w 415"/>
              <a:gd name="T17" fmla="*/ 2147483647 h 518"/>
              <a:gd name="T18" fmla="*/ 2147483647 w 415"/>
              <a:gd name="T19" fmla="*/ 2147483647 h 518"/>
              <a:gd name="T20" fmla="*/ 2147483647 w 415"/>
              <a:gd name="T21" fmla="*/ 2147483647 h 518"/>
              <a:gd name="T22" fmla="*/ 2147483647 w 415"/>
              <a:gd name="T23" fmla="*/ 2147483647 h 518"/>
              <a:gd name="T24" fmla="*/ 0 w 415"/>
              <a:gd name="T25" fmla="*/ 2147483647 h 518"/>
              <a:gd name="T26" fmla="*/ 2147483647 w 415"/>
              <a:gd name="T27" fmla="*/ 2147483647 h 518"/>
              <a:gd name="T28" fmla="*/ 2147483647 w 415"/>
              <a:gd name="T29" fmla="*/ 2147483647 h 518"/>
              <a:gd name="T30" fmla="*/ 2147483647 w 415"/>
              <a:gd name="T31" fmla="*/ 2147483647 h 518"/>
              <a:gd name="T32" fmla="*/ 2147483647 w 415"/>
              <a:gd name="T33" fmla="*/ 2147483647 h 518"/>
              <a:gd name="T34" fmla="*/ 2147483647 w 415"/>
              <a:gd name="T35" fmla="*/ 2147483647 h 518"/>
              <a:gd name="T36" fmla="*/ 2147483647 w 415"/>
              <a:gd name="T37" fmla="*/ 2147483647 h 518"/>
              <a:gd name="T38" fmla="*/ 2147483647 w 415"/>
              <a:gd name="T39" fmla="*/ 2147483647 h 518"/>
              <a:gd name="T40" fmla="*/ 2147483647 w 415"/>
              <a:gd name="T41" fmla="*/ 2147483647 h 518"/>
              <a:gd name="T42" fmla="*/ 2147483647 w 415"/>
              <a:gd name="T43" fmla="*/ 2147483647 h 518"/>
              <a:gd name="T44" fmla="*/ 2147483647 w 415"/>
              <a:gd name="T45" fmla="*/ 2147483647 h 518"/>
              <a:gd name="T46" fmla="*/ 2147483647 w 415"/>
              <a:gd name="T47" fmla="*/ 2147483647 h 518"/>
              <a:gd name="T48" fmla="*/ 2147483647 w 415"/>
              <a:gd name="T49" fmla="*/ 2147483647 h 518"/>
              <a:gd name="T50" fmla="*/ 2147483647 w 415"/>
              <a:gd name="T51" fmla="*/ 2147483647 h 518"/>
              <a:gd name="T52" fmla="*/ 2147483647 w 415"/>
              <a:gd name="T53" fmla="*/ 2147483647 h 518"/>
              <a:gd name="T54" fmla="*/ 2147483647 w 415"/>
              <a:gd name="T55" fmla="*/ 2147483647 h 518"/>
              <a:gd name="T56" fmla="*/ 2147483647 w 415"/>
              <a:gd name="T57" fmla="*/ 2147483647 h 518"/>
              <a:gd name="T58" fmla="*/ 2147483647 w 415"/>
              <a:gd name="T59" fmla="*/ 2147483647 h 518"/>
              <a:gd name="T60" fmla="*/ 2147483647 w 415"/>
              <a:gd name="T61" fmla="*/ 2147483647 h 518"/>
              <a:gd name="T62" fmla="*/ 2147483647 w 415"/>
              <a:gd name="T63" fmla="*/ 0 h 518"/>
              <a:gd name="T64" fmla="*/ 2147483647 w 415"/>
              <a:gd name="T65" fmla="*/ 2147483647 h 518"/>
              <a:gd name="T66" fmla="*/ 2147483647 w 415"/>
              <a:gd name="T67" fmla="*/ 2147483647 h 518"/>
              <a:gd name="T68" fmla="*/ 2147483647 w 415"/>
              <a:gd name="T69" fmla="*/ 2147483647 h 518"/>
              <a:gd name="T70" fmla="*/ 2147483647 w 415"/>
              <a:gd name="T71" fmla="*/ 2147483647 h 518"/>
              <a:gd name="T72" fmla="*/ 2147483647 w 415"/>
              <a:gd name="T73" fmla="*/ 2147483647 h 518"/>
              <a:gd name="T74" fmla="*/ 2147483647 w 415"/>
              <a:gd name="T75" fmla="*/ 2147483647 h 518"/>
              <a:gd name="T76" fmla="*/ 2147483647 w 415"/>
              <a:gd name="T77" fmla="*/ 2147483647 h 518"/>
              <a:gd name="T78" fmla="*/ 2147483647 w 415"/>
              <a:gd name="T79" fmla="*/ 2147483647 h 518"/>
              <a:gd name="T80" fmla="*/ 2147483647 w 415"/>
              <a:gd name="T81" fmla="*/ 2147483647 h 518"/>
              <a:gd name="T82" fmla="*/ 2147483647 w 415"/>
              <a:gd name="T83" fmla="*/ 2147483647 h 518"/>
              <a:gd name="T84" fmla="*/ 2147483647 w 415"/>
              <a:gd name="T85" fmla="*/ 2147483647 h 518"/>
              <a:gd name="T86" fmla="*/ 2147483647 w 415"/>
              <a:gd name="T87" fmla="*/ 2147483647 h 518"/>
              <a:gd name="T88" fmla="*/ 2147483647 w 415"/>
              <a:gd name="T89" fmla="*/ 2147483647 h 518"/>
              <a:gd name="T90" fmla="*/ 2147483647 w 415"/>
              <a:gd name="T91" fmla="*/ 2147483647 h 518"/>
              <a:gd name="T92" fmla="*/ 2147483647 w 415"/>
              <a:gd name="T93" fmla="*/ 2147483647 h 518"/>
              <a:gd name="T94" fmla="*/ 2147483647 w 415"/>
              <a:gd name="T95" fmla="*/ 2147483647 h 518"/>
              <a:gd name="T96" fmla="*/ 2147483647 w 415"/>
              <a:gd name="T97" fmla="*/ 2147483647 h 518"/>
              <a:gd name="T98" fmla="*/ 2147483647 w 415"/>
              <a:gd name="T99" fmla="*/ 2147483647 h 518"/>
              <a:gd name="T100" fmla="*/ 2147483647 w 415"/>
              <a:gd name="T101" fmla="*/ 2147483647 h 518"/>
              <a:gd name="T102" fmla="*/ 2147483647 w 415"/>
              <a:gd name="T103" fmla="*/ 2147483647 h 518"/>
              <a:gd name="T104" fmla="*/ 2147483647 w 415"/>
              <a:gd name="T105" fmla="*/ 2147483647 h 518"/>
              <a:gd name="T106" fmla="*/ 2147483647 w 415"/>
              <a:gd name="T107" fmla="*/ 2147483647 h 518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15" h="518">
                <a:moveTo>
                  <a:pt x="360" y="518"/>
                </a:moveTo>
                <a:lnTo>
                  <a:pt x="349" y="513"/>
                </a:lnTo>
                <a:lnTo>
                  <a:pt x="339" y="507"/>
                </a:lnTo>
                <a:lnTo>
                  <a:pt x="329" y="501"/>
                </a:lnTo>
                <a:lnTo>
                  <a:pt x="320" y="493"/>
                </a:lnTo>
                <a:lnTo>
                  <a:pt x="313" y="484"/>
                </a:lnTo>
                <a:lnTo>
                  <a:pt x="305" y="475"/>
                </a:lnTo>
                <a:lnTo>
                  <a:pt x="299" y="464"/>
                </a:lnTo>
                <a:lnTo>
                  <a:pt x="294" y="453"/>
                </a:lnTo>
                <a:lnTo>
                  <a:pt x="287" y="461"/>
                </a:lnTo>
                <a:lnTo>
                  <a:pt x="279" y="468"/>
                </a:lnTo>
                <a:lnTo>
                  <a:pt x="272" y="475"/>
                </a:lnTo>
                <a:lnTo>
                  <a:pt x="264" y="481"/>
                </a:lnTo>
                <a:lnTo>
                  <a:pt x="256" y="487"/>
                </a:lnTo>
                <a:lnTo>
                  <a:pt x="249" y="491"/>
                </a:lnTo>
                <a:lnTo>
                  <a:pt x="240" y="496"/>
                </a:lnTo>
                <a:lnTo>
                  <a:pt x="232" y="499"/>
                </a:lnTo>
                <a:lnTo>
                  <a:pt x="224" y="502"/>
                </a:lnTo>
                <a:lnTo>
                  <a:pt x="215" y="505"/>
                </a:lnTo>
                <a:lnTo>
                  <a:pt x="207" y="507"/>
                </a:lnTo>
                <a:lnTo>
                  <a:pt x="198" y="509"/>
                </a:lnTo>
                <a:lnTo>
                  <a:pt x="189" y="510"/>
                </a:lnTo>
                <a:lnTo>
                  <a:pt x="180" y="512"/>
                </a:lnTo>
                <a:lnTo>
                  <a:pt x="170" y="512"/>
                </a:lnTo>
                <a:lnTo>
                  <a:pt x="161" y="513"/>
                </a:lnTo>
                <a:lnTo>
                  <a:pt x="141" y="512"/>
                </a:lnTo>
                <a:lnTo>
                  <a:pt x="122" y="510"/>
                </a:lnTo>
                <a:lnTo>
                  <a:pt x="113" y="508"/>
                </a:lnTo>
                <a:lnTo>
                  <a:pt x="105" y="506"/>
                </a:lnTo>
                <a:lnTo>
                  <a:pt x="97" y="504"/>
                </a:lnTo>
                <a:lnTo>
                  <a:pt x="88" y="501"/>
                </a:lnTo>
                <a:lnTo>
                  <a:pt x="81" y="499"/>
                </a:lnTo>
                <a:lnTo>
                  <a:pt x="74" y="496"/>
                </a:lnTo>
                <a:lnTo>
                  <a:pt x="68" y="492"/>
                </a:lnTo>
                <a:lnTo>
                  <a:pt x="61" y="489"/>
                </a:lnTo>
                <a:lnTo>
                  <a:pt x="55" y="484"/>
                </a:lnTo>
                <a:lnTo>
                  <a:pt x="49" y="481"/>
                </a:lnTo>
                <a:lnTo>
                  <a:pt x="44" y="476"/>
                </a:lnTo>
                <a:lnTo>
                  <a:pt x="38" y="471"/>
                </a:lnTo>
                <a:lnTo>
                  <a:pt x="33" y="466"/>
                </a:lnTo>
                <a:lnTo>
                  <a:pt x="29" y="461"/>
                </a:lnTo>
                <a:lnTo>
                  <a:pt x="25" y="455"/>
                </a:lnTo>
                <a:lnTo>
                  <a:pt x="21" y="450"/>
                </a:lnTo>
                <a:lnTo>
                  <a:pt x="18" y="444"/>
                </a:lnTo>
                <a:lnTo>
                  <a:pt x="15" y="437"/>
                </a:lnTo>
                <a:lnTo>
                  <a:pt x="12" y="431"/>
                </a:lnTo>
                <a:lnTo>
                  <a:pt x="9" y="425"/>
                </a:lnTo>
                <a:lnTo>
                  <a:pt x="5" y="411"/>
                </a:lnTo>
                <a:lnTo>
                  <a:pt x="2" y="397"/>
                </a:lnTo>
                <a:lnTo>
                  <a:pt x="0" y="382"/>
                </a:lnTo>
                <a:lnTo>
                  <a:pt x="0" y="367"/>
                </a:lnTo>
                <a:lnTo>
                  <a:pt x="0" y="356"/>
                </a:lnTo>
                <a:lnTo>
                  <a:pt x="0" y="346"/>
                </a:lnTo>
                <a:lnTo>
                  <a:pt x="2" y="336"/>
                </a:lnTo>
                <a:lnTo>
                  <a:pt x="3" y="327"/>
                </a:lnTo>
                <a:lnTo>
                  <a:pt x="6" y="318"/>
                </a:lnTo>
                <a:lnTo>
                  <a:pt x="9" y="309"/>
                </a:lnTo>
                <a:lnTo>
                  <a:pt x="12" y="301"/>
                </a:lnTo>
                <a:lnTo>
                  <a:pt x="15" y="293"/>
                </a:lnTo>
                <a:lnTo>
                  <a:pt x="19" y="285"/>
                </a:lnTo>
                <a:lnTo>
                  <a:pt x="24" y="277"/>
                </a:lnTo>
                <a:lnTo>
                  <a:pt x="29" y="271"/>
                </a:lnTo>
                <a:lnTo>
                  <a:pt x="35" y="264"/>
                </a:lnTo>
                <a:lnTo>
                  <a:pt x="41" y="257"/>
                </a:lnTo>
                <a:lnTo>
                  <a:pt x="47" y="251"/>
                </a:lnTo>
                <a:lnTo>
                  <a:pt x="54" y="245"/>
                </a:lnTo>
                <a:lnTo>
                  <a:pt x="61" y="240"/>
                </a:lnTo>
                <a:lnTo>
                  <a:pt x="69" y="235"/>
                </a:lnTo>
                <a:lnTo>
                  <a:pt x="77" y="230"/>
                </a:lnTo>
                <a:lnTo>
                  <a:pt x="86" y="226"/>
                </a:lnTo>
                <a:lnTo>
                  <a:pt x="95" y="221"/>
                </a:lnTo>
                <a:lnTo>
                  <a:pt x="105" y="218"/>
                </a:lnTo>
                <a:lnTo>
                  <a:pt x="115" y="214"/>
                </a:lnTo>
                <a:lnTo>
                  <a:pt x="126" y="211"/>
                </a:lnTo>
                <a:lnTo>
                  <a:pt x="136" y="208"/>
                </a:lnTo>
                <a:lnTo>
                  <a:pt x="148" y="206"/>
                </a:lnTo>
                <a:lnTo>
                  <a:pt x="160" y="204"/>
                </a:lnTo>
                <a:lnTo>
                  <a:pt x="172" y="202"/>
                </a:lnTo>
                <a:lnTo>
                  <a:pt x="185" y="201"/>
                </a:lnTo>
                <a:lnTo>
                  <a:pt x="211" y="198"/>
                </a:lnTo>
                <a:lnTo>
                  <a:pt x="240" y="198"/>
                </a:lnTo>
                <a:lnTo>
                  <a:pt x="272" y="198"/>
                </a:lnTo>
                <a:lnTo>
                  <a:pt x="272" y="172"/>
                </a:lnTo>
                <a:lnTo>
                  <a:pt x="272" y="162"/>
                </a:lnTo>
                <a:lnTo>
                  <a:pt x="272" y="152"/>
                </a:lnTo>
                <a:lnTo>
                  <a:pt x="271" y="143"/>
                </a:lnTo>
                <a:lnTo>
                  <a:pt x="269" y="135"/>
                </a:lnTo>
                <a:lnTo>
                  <a:pt x="268" y="128"/>
                </a:lnTo>
                <a:lnTo>
                  <a:pt x="266" y="120"/>
                </a:lnTo>
                <a:lnTo>
                  <a:pt x="264" y="114"/>
                </a:lnTo>
                <a:lnTo>
                  <a:pt x="260" y="108"/>
                </a:lnTo>
                <a:lnTo>
                  <a:pt x="256" y="103"/>
                </a:lnTo>
                <a:lnTo>
                  <a:pt x="252" y="99"/>
                </a:lnTo>
                <a:lnTo>
                  <a:pt x="246" y="95"/>
                </a:lnTo>
                <a:lnTo>
                  <a:pt x="240" y="92"/>
                </a:lnTo>
                <a:lnTo>
                  <a:pt x="232" y="90"/>
                </a:lnTo>
                <a:lnTo>
                  <a:pt x="224" y="88"/>
                </a:lnTo>
                <a:lnTo>
                  <a:pt x="215" y="87"/>
                </a:lnTo>
                <a:lnTo>
                  <a:pt x="205" y="87"/>
                </a:lnTo>
                <a:lnTo>
                  <a:pt x="192" y="87"/>
                </a:lnTo>
                <a:lnTo>
                  <a:pt x="179" y="89"/>
                </a:lnTo>
                <a:lnTo>
                  <a:pt x="165" y="92"/>
                </a:lnTo>
                <a:lnTo>
                  <a:pt x="152" y="95"/>
                </a:lnTo>
                <a:lnTo>
                  <a:pt x="141" y="99"/>
                </a:lnTo>
                <a:lnTo>
                  <a:pt x="128" y="104"/>
                </a:lnTo>
                <a:lnTo>
                  <a:pt x="117" y="109"/>
                </a:lnTo>
                <a:lnTo>
                  <a:pt x="106" y="114"/>
                </a:lnTo>
                <a:lnTo>
                  <a:pt x="88" y="125"/>
                </a:lnTo>
                <a:lnTo>
                  <a:pt x="73" y="134"/>
                </a:lnTo>
                <a:lnTo>
                  <a:pt x="63" y="140"/>
                </a:lnTo>
                <a:lnTo>
                  <a:pt x="60" y="142"/>
                </a:lnTo>
                <a:lnTo>
                  <a:pt x="13" y="67"/>
                </a:lnTo>
                <a:lnTo>
                  <a:pt x="27" y="58"/>
                </a:lnTo>
                <a:lnTo>
                  <a:pt x="40" y="50"/>
                </a:lnTo>
                <a:lnTo>
                  <a:pt x="53" y="43"/>
                </a:lnTo>
                <a:lnTo>
                  <a:pt x="66" y="37"/>
                </a:lnTo>
                <a:lnTo>
                  <a:pt x="79" y="31"/>
                </a:lnTo>
                <a:lnTo>
                  <a:pt x="91" y="25"/>
                </a:lnTo>
                <a:lnTo>
                  <a:pt x="103" y="20"/>
                </a:lnTo>
                <a:lnTo>
                  <a:pt x="116" y="16"/>
                </a:lnTo>
                <a:lnTo>
                  <a:pt x="129" y="12"/>
                </a:lnTo>
                <a:lnTo>
                  <a:pt x="141" y="9"/>
                </a:lnTo>
                <a:lnTo>
                  <a:pt x="154" y="6"/>
                </a:lnTo>
                <a:lnTo>
                  <a:pt x="167" y="4"/>
                </a:lnTo>
                <a:lnTo>
                  <a:pt x="179" y="3"/>
                </a:lnTo>
                <a:lnTo>
                  <a:pt x="193" y="1"/>
                </a:lnTo>
                <a:lnTo>
                  <a:pt x="206" y="0"/>
                </a:lnTo>
                <a:lnTo>
                  <a:pt x="220" y="0"/>
                </a:lnTo>
                <a:lnTo>
                  <a:pt x="233" y="0"/>
                </a:lnTo>
                <a:lnTo>
                  <a:pt x="246" y="2"/>
                </a:lnTo>
                <a:lnTo>
                  <a:pt x="259" y="3"/>
                </a:lnTo>
                <a:lnTo>
                  <a:pt x="272" y="5"/>
                </a:lnTo>
                <a:lnTo>
                  <a:pt x="283" y="8"/>
                </a:lnTo>
                <a:lnTo>
                  <a:pt x="294" y="11"/>
                </a:lnTo>
                <a:lnTo>
                  <a:pt x="304" y="16"/>
                </a:lnTo>
                <a:lnTo>
                  <a:pt x="313" y="20"/>
                </a:lnTo>
                <a:lnTo>
                  <a:pt x="322" y="26"/>
                </a:lnTo>
                <a:lnTo>
                  <a:pt x="331" y="32"/>
                </a:lnTo>
                <a:lnTo>
                  <a:pt x="339" y="39"/>
                </a:lnTo>
                <a:lnTo>
                  <a:pt x="345" y="46"/>
                </a:lnTo>
                <a:lnTo>
                  <a:pt x="352" y="54"/>
                </a:lnTo>
                <a:lnTo>
                  <a:pt x="358" y="62"/>
                </a:lnTo>
                <a:lnTo>
                  <a:pt x="363" y="71"/>
                </a:lnTo>
                <a:lnTo>
                  <a:pt x="367" y="81"/>
                </a:lnTo>
                <a:lnTo>
                  <a:pt x="370" y="89"/>
                </a:lnTo>
                <a:lnTo>
                  <a:pt x="372" y="98"/>
                </a:lnTo>
                <a:lnTo>
                  <a:pt x="374" y="109"/>
                </a:lnTo>
                <a:lnTo>
                  <a:pt x="375" y="121"/>
                </a:lnTo>
                <a:lnTo>
                  <a:pt x="375" y="136"/>
                </a:lnTo>
                <a:lnTo>
                  <a:pt x="375" y="154"/>
                </a:lnTo>
                <a:lnTo>
                  <a:pt x="375" y="175"/>
                </a:lnTo>
                <a:lnTo>
                  <a:pt x="375" y="200"/>
                </a:lnTo>
                <a:lnTo>
                  <a:pt x="373" y="338"/>
                </a:lnTo>
                <a:lnTo>
                  <a:pt x="373" y="361"/>
                </a:lnTo>
                <a:lnTo>
                  <a:pt x="374" y="380"/>
                </a:lnTo>
                <a:lnTo>
                  <a:pt x="375" y="388"/>
                </a:lnTo>
                <a:lnTo>
                  <a:pt x="376" y="396"/>
                </a:lnTo>
                <a:lnTo>
                  <a:pt x="378" y="403"/>
                </a:lnTo>
                <a:lnTo>
                  <a:pt x="380" y="410"/>
                </a:lnTo>
                <a:lnTo>
                  <a:pt x="382" y="416"/>
                </a:lnTo>
                <a:lnTo>
                  <a:pt x="385" y="421"/>
                </a:lnTo>
                <a:lnTo>
                  <a:pt x="389" y="426"/>
                </a:lnTo>
                <a:lnTo>
                  <a:pt x="392" y="431"/>
                </a:lnTo>
                <a:lnTo>
                  <a:pt x="397" y="437"/>
                </a:lnTo>
                <a:lnTo>
                  <a:pt x="403" y="441"/>
                </a:lnTo>
                <a:lnTo>
                  <a:pt x="409" y="446"/>
                </a:lnTo>
                <a:lnTo>
                  <a:pt x="415" y="451"/>
                </a:lnTo>
                <a:lnTo>
                  <a:pt x="360" y="518"/>
                </a:lnTo>
                <a:lnTo>
                  <a:pt x="251" y="268"/>
                </a:lnTo>
                <a:lnTo>
                  <a:pt x="232" y="269"/>
                </a:lnTo>
                <a:lnTo>
                  <a:pt x="215" y="270"/>
                </a:lnTo>
                <a:lnTo>
                  <a:pt x="199" y="272"/>
                </a:lnTo>
                <a:lnTo>
                  <a:pt x="185" y="274"/>
                </a:lnTo>
                <a:lnTo>
                  <a:pt x="173" y="278"/>
                </a:lnTo>
                <a:lnTo>
                  <a:pt x="161" y="282"/>
                </a:lnTo>
                <a:lnTo>
                  <a:pt x="151" y="286"/>
                </a:lnTo>
                <a:lnTo>
                  <a:pt x="143" y="291"/>
                </a:lnTo>
                <a:lnTo>
                  <a:pt x="135" y="298"/>
                </a:lnTo>
                <a:lnTo>
                  <a:pt x="129" y="305"/>
                </a:lnTo>
                <a:lnTo>
                  <a:pt x="124" y="312"/>
                </a:lnTo>
                <a:lnTo>
                  <a:pt x="120" y="321"/>
                </a:lnTo>
                <a:lnTo>
                  <a:pt x="117" y="329"/>
                </a:lnTo>
                <a:lnTo>
                  <a:pt x="115" y="339"/>
                </a:lnTo>
                <a:lnTo>
                  <a:pt x="114" y="350"/>
                </a:lnTo>
                <a:lnTo>
                  <a:pt x="114" y="361"/>
                </a:lnTo>
                <a:lnTo>
                  <a:pt x="114" y="369"/>
                </a:lnTo>
                <a:lnTo>
                  <a:pt x="115" y="377"/>
                </a:lnTo>
                <a:lnTo>
                  <a:pt x="116" y="385"/>
                </a:lnTo>
                <a:lnTo>
                  <a:pt x="118" y="392"/>
                </a:lnTo>
                <a:lnTo>
                  <a:pt x="120" y="399"/>
                </a:lnTo>
                <a:lnTo>
                  <a:pt x="124" y="405"/>
                </a:lnTo>
                <a:lnTo>
                  <a:pt x="127" y="411"/>
                </a:lnTo>
                <a:lnTo>
                  <a:pt x="132" y="416"/>
                </a:lnTo>
                <a:lnTo>
                  <a:pt x="136" y="420"/>
                </a:lnTo>
                <a:lnTo>
                  <a:pt x="141" y="424"/>
                </a:lnTo>
                <a:lnTo>
                  <a:pt x="147" y="428"/>
                </a:lnTo>
                <a:lnTo>
                  <a:pt x="152" y="431"/>
                </a:lnTo>
                <a:lnTo>
                  <a:pt x="159" y="433"/>
                </a:lnTo>
                <a:lnTo>
                  <a:pt x="166" y="434"/>
                </a:lnTo>
                <a:lnTo>
                  <a:pt x="173" y="435"/>
                </a:lnTo>
                <a:lnTo>
                  <a:pt x="181" y="436"/>
                </a:lnTo>
                <a:lnTo>
                  <a:pt x="188" y="435"/>
                </a:lnTo>
                <a:lnTo>
                  <a:pt x="193" y="434"/>
                </a:lnTo>
                <a:lnTo>
                  <a:pt x="199" y="434"/>
                </a:lnTo>
                <a:lnTo>
                  <a:pt x="205" y="432"/>
                </a:lnTo>
                <a:lnTo>
                  <a:pt x="212" y="430"/>
                </a:lnTo>
                <a:lnTo>
                  <a:pt x="218" y="428"/>
                </a:lnTo>
                <a:lnTo>
                  <a:pt x="223" y="425"/>
                </a:lnTo>
                <a:lnTo>
                  <a:pt x="229" y="422"/>
                </a:lnTo>
                <a:lnTo>
                  <a:pt x="240" y="414"/>
                </a:lnTo>
                <a:lnTo>
                  <a:pt x="250" y="405"/>
                </a:lnTo>
                <a:lnTo>
                  <a:pt x="260" y="396"/>
                </a:lnTo>
                <a:lnTo>
                  <a:pt x="268" y="385"/>
                </a:lnTo>
                <a:lnTo>
                  <a:pt x="270" y="270"/>
                </a:lnTo>
                <a:lnTo>
                  <a:pt x="264" y="269"/>
                </a:lnTo>
                <a:lnTo>
                  <a:pt x="251" y="268"/>
                </a:lnTo>
                <a:lnTo>
                  <a:pt x="360" y="5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8" name="Freeform 32"/>
          <p:cNvSpPr>
            <a:spLocks/>
          </p:cNvSpPr>
          <p:nvPr/>
        </p:nvSpPr>
        <p:spPr bwMode="auto">
          <a:xfrm>
            <a:off x="6800852" y="990600"/>
            <a:ext cx="258763" cy="1073150"/>
          </a:xfrm>
          <a:custGeom>
            <a:avLst/>
            <a:gdLst>
              <a:gd name="T0" fmla="*/ 2147483647 w 180"/>
              <a:gd name="T1" fmla="*/ 2147483647 h 716"/>
              <a:gd name="T2" fmla="*/ 2147483647 w 180"/>
              <a:gd name="T3" fmla="*/ 2147483647 h 716"/>
              <a:gd name="T4" fmla="*/ 2147483647 w 180"/>
              <a:gd name="T5" fmla="*/ 2147483647 h 716"/>
              <a:gd name="T6" fmla="*/ 2147483647 w 180"/>
              <a:gd name="T7" fmla="*/ 2147483647 h 716"/>
              <a:gd name="T8" fmla="*/ 2147483647 w 180"/>
              <a:gd name="T9" fmla="*/ 2147483647 h 716"/>
              <a:gd name="T10" fmla="*/ 2147483647 w 180"/>
              <a:gd name="T11" fmla="*/ 2147483647 h 716"/>
              <a:gd name="T12" fmla="*/ 2147483647 w 180"/>
              <a:gd name="T13" fmla="*/ 2147483647 h 716"/>
              <a:gd name="T14" fmla="*/ 2147483647 w 180"/>
              <a:gd name="T15" fmla="*/ 2147483647 h 716"/>
              <a:gd name="T16" fmla="*/ 2147483647 w 180"/>
              <a:gd name="T17" fmla="*/ 2147483647 h 716"/>
              <a:gd name="T18" fmla="*/ 2147483647 w 180"/>
              <a:gd name="T19" fmla="*/ 2147483647 h 716"/>
              <a:gd name="T20" fmla="*/ 2147483647 w 180"/>
              <a:gd name="T21" fmla="*/ 2147483647 h 716"/>
              <a:gd name="T22" fmla="*/ 2147483647 w 180"/>
              <a:gd name="T23" fmla="*/ 2147483647 h 716"/>
              <a:gd name="T24" fmla="*/ 2147483647 w 180"/>
              <a:gd name="T25" fmla="*/ 2147483647 h 716"/>
              <a:gd name="T26" fmla="*/ 2147483647 w 180"/>
              <a:gd name="T27" fmla="*/ 2147483647 h 716"/>
              <a:gd name="T28" fmla="*/ 2147483647 w 180"/>
              <a:gd name="T29" fmla="*/ 2147483647 h 716"/>
              <a:gd name="T30" fmla="*/ 0 w 180"/>
              <a:gd name="T31" fmla="*/ 2147483647 h 716"/>
              <a:gd name="T32" fmla="*/ 2147483647 w 180"/>
              <a:gd name="T33" fmla="*/ 2147483647 h 716"/>
              <a:gd name="T34" fmla="*/ 2147483647 w 180"/>
              <a:gd name="T35" fmla="*/ 2147483647 h 716"/>
              <a:gd name="T36" fmla="*/ 2147483647 w 180"/>
              <a:gd name="T37" fmla="*/ 2147483647 h 716"/>
              <a:gd name="T38" fmla="*/ 2147483647 w 180"/>
              <a:gd name="T39" fmla="*/ 2147483647 h 716"/>
              <a:gd name="T40" fmla="*/ 2147483647 w 180"/>
              <a:gd name="T41" fmla="*/ 2147483647 h 716"/>
              <a:gd name="T42" fmla="*/ 2147483647 w 180"/>
              <a:gd name="T43" fmla="*/ 2147483647 h 716"/>
              <a:gd name="T44" fmla="*/ 2147483647 w 180"/>
              <a:gd name="T45" fmla="*/ 2147483647 h 716"/>
              <a:gd name="T46" fmla="*/ 2147483647 w 180"/>
              <a:gd name="T47" fmla="*/ 2147483647 h 716"/>
              <a:gd name="T48" fmla="*/ 2147483647 w 180"/>
              <a:gd name="T49" fmla="*/ 2147483647 h 716"/>
              <a:gd name="T50" fmla="*/ 2147483647 w 180"/>
              <a:gd name="T51" fmla="*/ 2147483647 h 716"/>
              <a:gd name="T52" fmla="*/ 2147483647 w 180"/>
              <a:gd name="T53" fmla="*/ 2147483647 h 716"/>
              <a:gd name="T54" fmla="*/ 2147483647 w 180"/>
              <a:gd name="T55" fmla="*/ 2147483647 h 716"/>
              <a:gd name="T56" fmla="*/ 2147483647 w 180"/>
              <a:gd name="T57" fmla="*/ 2147483647 h 716"/>
              <a:gd name="T58" fmla="*/ 2147483647 w 180"/>
              <a:gd name="T59" fmla="*/ 2147483647 h 716"/>
              <a:gd name="T60" fmla="*/ 2147483647 w 180"/>
              <a:gd name="T61" fmla="*/ 2147483647 h 716"/>
              <a:gd name="T62" fmla="*/ 2147483647 w 180"/>
              <a:gd name="T63" fmla="*/ 2147483647 h 716"/>
              <a:gd name="T64" fmla="*/ 2147483647 w 180"/>
              <a:gd name="T65" fmla="*/ 2147483647 h 71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80" h="716">
                <a:moveTo>
                  <a:pt x="117" y="716"/>
                </a:moveTo>
                <a:lnTo>
                  <a:pt x="107" y="716"/>
                </a:lnTo>
                <a:lnTo>
                  <a:pt x="98" y="715"/>
                </a:lnTo>
                <a:lnTo>
                  <a:pt x="89" y="714"/>
                </a:lnTo>
                <a:lnTo>
                  <a:pt x="82" y="712"/>
                </a:lnTo>
                <a:lnTo>
                  <a:pt x="74" y="710"/>
                </a:lnTo>
                <a:lnTo>
                  <a:pt x="68" y="707"/>
                </a:lnTo>
                <a:lnTo>
                  <a:pt x="61" y="704"/>
                </a:lnTo>
                <a:lnTo>
                  <a:pt x="55" y="701"/>
                </a:lnTo>
                <a:lnTo>
                  <a:pt x="50" y="697"/>
                </a:lnTo>
                <a:lnTo>
                  <a:pt x="44" y="693"/>
                </a:lnTo>
                <a:lnTo>
                  <a:pt x="40" y="689"/>
                </a:lnTo>
                <a:lnTo>
                  <a:pt x="36" y="684"/>
                </a:lnTo>
                <a:lnTo>
                  <a:pt x="33" y="679"/>
                </a:lnTo>
                <a:lnTo>
                  <a:pt x="29" y="674"/>
                </a:lnTo>
                <a:lnTo>
                  <a:pt x="26" y="669"/>
                </a:lnTo>
                <a:lnTo>
                  <a:pt x="24" y="663"/>
                </a:lnTo>
                <a:lnTo>
                  <a:pt x="19" y="652"/>
                </a:lnTo>
                <a:lnTo>
                  <a:pt x="16" y="641"/>
                </a:lnTo>
                <a:lnTo>
                  <a:pt x="13" y="630"/>
                </a:lnTo>
                <a:lnTo>
                  <a:pt x="12" y="618"/>
                </a:lnTo>
                <a:lnTo>
                  <a:pt x="10" y="597"/>
                </a:lnTo>
                <a:lnTo>
                  <a:pt x="10" y="579"/>
                </a:lnTo>
                <a:lnTo>
                  <a:pt x="10" y="166"/>
                </a:lnTo>
                <a:lnTo>
                  <a:pt x="10" y="143"/>
                </a:lnTo>
                <a:lnTo>
                  <a:pt x="9" y="121"/>
                </a:lnTo>
                <a:lnTo>
                  <a:pt x="9" y="103"/>
                </a:lnTo>
                <a:lnTo>
                  <a:pt x="8" y="85"/>
                </a:lnTo>
                <a:lnTo>
                  <a:pt x="6" y="69"/>
                </a:lnTo>
                <a:lnTo>
                  <a:pt x="5" y="54"/>
                </a:lnTo>
                <a:lnTo>
                  <a:pt x="3" y="39"/>
                </a:lnTo>
                <a:lnTo>
                  <a:pt x="0" y="24"/>
                </a:lnTo>
                <a:lnTo>
                  <a:pt x="109" y="0"/>
                </a:lnTo>
                <a:lnTo>
                  <a:pt x="112" y="12"/>
                </a:lnTo>
                <a:lnTo>
                  <a:pt x="114" y="24"/>
                </a:lnTo>
                <a:lnTo>
                  <a:pt x="115" y="38"/>
                </a:lnTo>
                <a:lnTo>
                  <a:pt x="116" y="54"/>
                </a:lnTo>
                <a:lnTo>
                  <a:pt x="117" y="71"/>
                </a:lnTo>
                <a:lnTo>
                  <a:pt x="117" y="90"/>
                </a:lnTo>
                <a:lnTo>
                  <a:pt x="117" y="111"/>
                </a:lnTo>
                <a:lnTo>
                  <a:pt x="117" y="133"/>
                </a:lnTo>
                <a:lnTo>
                  <a:pt x="117" y="545"/>
                </a:lnTo>
                <a:lnTo>
                  <a:pt x="117" y="566"/>
                </a:lnTo>
                <a:lnTo>
                  <a:pt x="118" y="584"/>
                </a:lnTo>
                <a:lnTo>
                  <a:pt x="119" y="598"/>
                </a:lnTo>
                <a:lnTo>
                  <a:pt x="120" y="609"/>
                </a:lnTo>
                <a:lnTo>
                  <a:pt x="121" y="616"/>
                </a:lnTo>
                <a:lnTo>
                  <a:pt x="123" y="623"/>
                </a:lnTo>
                <a:lnTo>
                  <a:pt x="126" y="628"/>
                </a:lnTo>
                <a:lnTo>
                  <a:pt x="128" y="632"/>
                </a:lnTo>
                <a:lnTo>
                  <a:pt x="131" y="635"/>
                </a:lnTo>
                <a:lnTo>
                  <a:pt x="135" y="638"/>
                </a:lnTo>
                <a:lnTo>
                  <a:pt x="138" y="640"/>
                </a:lnTo>
                <a:lnTo>
                  <a:pt x="143" y="642"/>
                </a:lnTo>
                <a:lnTo>
                  <a:pt x="148" y="642"/>
                </a:lnTo>
                <a:lnTo>
                  <a:pt x="153" y="642"/>
                </a:lnTo>
                <a:lnTo>
                  <a:pt x="158" y="642"/>
                </a:lnTo>
                <a:lnTo>
                  <a:pt x="163" y="639"/>
                </a:lnTo>
                <a:lnTo>
                  <a:pt x="180" y="705"/>
                </a:lnTo>
                <a:lnTo>
                  <a:pt x="173" y="708"/>
                </a:lnTo>
                <a:lnTo>
                  <a:pt x="165" y="710"/>
                </a:lnTo>
                <a:lnTo>
                  <a:pt x="158" y="712"/>
                </a:lnTo>
                <a:lnTo>
                  <a:pt x="150" y="714"/>
                </a:lnTo>
                <a:lnTo>
                  <a:pt x="142" y="715"/>
                </a:lnTo>
                <a:lnTo>
                  <a:pt x="134" y="715"/>
                </a:lnTo>
                <a:lnTo>
                  <a:pt x="126" y="716"/>
                </a:lnTo>
                <a:lnTo>
                  <a:pt x="117" y="7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39" name="Freeform 33"/>
          <p:cNvSpPr>
            <a:spLocks/>
          </p:cNvSpPr>
          <p:nvPr/>
        </p:nvSpPr>
        <p:spPr bwMode="auto">
          <a:xfrm>
            <a:off x="7446965" y="1039813"/>
            <a:ext cx="712787" cy="1022350"/>
          </a:xfrm>
          <a:custGeom>
            <a:avLst/>
            <a:gdLst>
              <a:gd name="T0" fmla="*/ 2147483647 w 498"/>
              <a:gd name="T1" fmla="*/ 2147483647 h 682"/>
              <a:gd name="T2" fmla="*/ 2147483647 w 498"/>
              <a:gd name="T3" fmla="*/ 2147483647 h 682"/>
              <a:gd name="T4" fmla="*/ 2147483647 w 498"/>
              <a:gd name="T5" fmla="*/ 2147483647 h 682"/>
              <a:gd name="T6" fmla="*/ 2147483647 w 498"/>
              <a:gd name="T7" fmla="*/ 2147483647 h 682"/>
              <a:gd name="T8" fmla="*/ 2147483647 w 498"/>
              <a:gd name="T9" fmla="*/ 2147483647 h 682"/>
              <a:gd name="T10" fmla="*/ 2147483647 w 498"/>
              <a:gd name="T11" fmla="*/ 2147483647 h 682"/>
              <a:gd name="T12" fmla="*/ 2147483647 w 498"/>
              <a:gd name="T13" fmla="*/ 2147483647 h 682"/>
              <a:gd name="T14" fmla="*/ 2147483647 w 498"/>
              <a:gd name="T15" fmla="*/ 2147483647 h 682"/>
              <a:gd name="T16" fmla="*/ 2147483647 w 498"/>
              <a:gd name="T17" fmla="*/ 2147483647 h 682"/>
              <a:gd name="T18" fmla="*/ 2147483647 w 498"/>
              <a:gd name="T19" fmla="*/ 2147483647 h 682"/>
              <a:gd name="T20" fmla="*/ 0 w 498"/>
              <a:gd name="T21" fmla="*/ 2147483647 h 682"/>
              <a:gd name="T22" fmla="*/ 2147483647 w 498"/>
              <a:gd name="T23" fmla="*/ 2147483647 h 682"/>
              <a:gd name="T24" fmla="*/ 2147483647 w 498"/>
              <a:gd name="T25" fmla="*/ 2147483647 h 682"/>
              <a:gd name="T26" fmla="*/ 2147483647 w 498"/>
              <a:gd name="T27" fmla="*/ 2147483647 h 682"/>
              <a:gd name="T28" fmla="*/ 2147483647 w 498"/>
              <a:gd name="T29" fmla="*/ 2147483647 h 682"/>
              <a:gd name="T30" fmla="*/ 2147483647 w 498"/>
              <a:gd name="T31" fmla="*/ 2147483647 h 682"/>
              <a:gd name="T32" fmla="*/ 2147483647 w 498"/>
              <a:gd name="T33" fmla="*/ 2147483647 h 682"/>
              <a:gd name="T34" fmla="*/ 2147483647 w 498"/>
              <a:gd name="T35" fmla="*/ 2147483647 h 682"/>
              <a:gd name="T36" fmla="*/ 2147483647 w 498"/>
              <a:gd name="T37" fmla="*/ 2147483647 h 682"/>
              <a:gd name="T38" fmla="*/ 2147483647 w 498"/>
              <a:gd name="T39" fmla="*/ 2147483647 h 682"/>
              <a:gd name="T40" fmla="*/ 2147483647 w 498"/>
              <a:gd name="T41" fmla="*/ 2147483647 h 682"/>
              <a:gd name="T42" fmla="*/ 2147483647 w 498"/>
              <a:gd name="T43" fmla="*/ 2147483647 h 682"/>
              <a:gd name="T44" fmla="*/ 2147483647 w 498"/>
              <a:gd name="T45" fmla="*/ 2147483647 h 682"/>
              <a:gd name="T46" fmla="*/ 2147483647 w 498"/>
              <a:gd name="T47" fmla="*/ 2147483647 h 682"/>
              <a:gd name="T48" fmla="*/ 2147483647 w 498"/>
              <a:gd name="T49" fmla="*/ 2147483647 h 682"/>
              <a:gd name="T50" fmla="*/ 2147483647 w 498"/>
              <a:gd name="T51" fmla="*/ 2147483647 h 682"/>
              <a:gd name="T52" fmla="*/ 2147483647 w 498"/>
              <a:gd name="T53" fmla="*/ 2147483647 h 682"/>
              <a:gd name="T54" fmla="*/ 2147483647 w 498"/>
              <a:gd name="T55" fmla="*/ 2147483647 h 682"/>
              <a:gd name="T56" fmla="*/ 2147483647 w 498"/>
              <a:gd name="T57" fmla="*/ 2147483647 h 682"/>
              <a:gd name="T58" fmla="*/ 2147483647 w 498"/>
              <a:gd name="T59" fmla="*/ 2147483647 h 682"/>
              <a:gd name="T60" fmla="*/ 2147483647 w 498"/>
              <a:gd name="T61" fmla="*/ 2147483647 h 682"/>
              <a:gd name="T62" fmla="*/ 2147483647 w 498"/>
              <a:gd name="T63" fmla="*/ 2147483647 h 682"/>
              <a:gd name="T64" fmla="*/ 2147483647 w 498"/>
              <a:gd name="T65" fmla="*/ 2147483647 h 682"/>
              <a:gd name="T66" fmla="*/ 2147483647 w 498"/>
              <a:gd name="T67" fmla="*/ 2147483647 h 682"/>
              <a:gd name="T68" fmla="*/ 2147483647 w 498"/>
              <a:gd name="T69" fmla="*/ 2147483647 h 682"/>
              <a:gd name="T70" fmla="*/ 2147483647 w 498"/>
              <a:gd name="T71" fmla="*/ 2147483647 h 682"/>
              <a:gd name="T72" fmla="*/ 2147483647 w 498"/>
              <a:gd name="T73" fmla="*/ 2147483647 h 682"/>
              <a:gd name="T74" fmla="*/ 2147483647 w 498"/>
              <a:gd name="T75" fmla="*/ 2147483647 h 682"/>
              <a:gd name="T76" fmla="*/ 2147483647 w 498"/>
              <a:gd name="T77" fmla="*/ 2147483647 h 682"/>
              <a:gd name="T78" fmla="*/ 2147483647 w 498"/>
              <a:gd name="T79" fmla="*/ 2147483647 h 682"/>
              <a:gd name="T80" fmla="*/ 2147483647 w 498"/>
              <a:gd name="T81" fmla="*/ 2147483647 h 682"/>
              <a:gd name="T82" fmla="*/ 2147483647 w 498"/>
              <a:gd name="T83" fmla="*/ 2147483647 h 682"/>
              <a:gd name="T84" fmla="*/ 2147483647 w 498"/>
              <a:gd name="T85" fmla="*/ 2147483647 h 682"/>
              <a:gd name="T86" fmla="*/ 2147483647 w 498"/>
              <a:gd name="T87" fmla="*/ 2147483647 h 682"/>
              <a:gd name="T88" fmla="*/ 2147483647 w 498"/>
              <a:gd name="T89" fmla="*/ 2147483647 h 682"/>
              <a:gd name="T90" fmla="*/ 2147483647 w 498"/>
              <a:gd name="T91" fmla="*/ 2147483647 h 682"/>
              <a:gd name="T92" fmla="*/ 2147483647 w 498"/>
              <a:gd name="T93" fmla="*/ 2147483647 h 682"/>
              <a:gd name="T94" fmla="*/ 2147483647 w 498"/>
              <a:gd name="T95" fmla="*/ 2147483647 h 682"/>
              <a:gd name="T96" fmla="*/ 2147483647 w 498"/>
              <a:gd name="T97" fmla="*/ 2147483647 h 682"/>
              <a:gd name="T98" fmla="*/ 2147483647 w 498"/>
              <a:gd name="T99" fmla="*/ 2147483647 h 682"/>
              <a:gd name="T100" fmla="*/ 2147483647 w 498"/>
              <a:gd name="T101" fmla="*/ 2147483647 h 682"/>
              <a:gd name="T102" fmla="*/ 2147483647 w 498"/>
              <a:gd name="T103" fmla="*/ 2147483647 h 682"/>
              <a:gd name="T104" fmla="*/ 2147483647 w 498"/>
              <a:gd name="T105" fmla="*/ 2147483647 h 682"/>
              <a:gd name="T106" fmla="*/ 2147483647 w 498"/>
              <a:gd name="T107" fmla="*/ 2147483647 h 682"/>
              <a:gd name="T108" fmla="*/ 2147483647 w 498"/>
              <a:gd name="T109" fmla="*/ 2147483647 h 682"/>
              <a:gd name="T110" fmla="*/ 2147483647 w 498"/>
              <a:gd name="T111" fmla="*/ 2147483647 h 682"/>
              <a:gd name="T112" fmla="*/ 2147483647 w 498"/>
              <a:gd name="T113" fmla="*/ 2147483647 h 682"/>
              <a:gd name="T114" fmla="*/ 2147483647 w 498"/>
              <a:gd name="T115" fmla="*/ 2147483647 h 682"/>
              <a:gd name="T116" fmla="*/ 2147483647 w 498"/>
              <a:gd name="T117" fmla="*/ 2147483647 h 682"/>
              <a:gd name="T118" fmla="*/ 2147483647 w 498"/>
              <a:gd name="T119" fmla="*/ 2147483647 h 682"/>
              <a:gd name="T120" fmla="*/ 2147483647 w 498"/>
              <a:gd name="T121" fmla="*/ 2147483647 h 68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498" h="682">
                <a:moveTo>
                  <a:pt x="290" y="682"/>
                </a:moveTo>
                <a:lnTo>
                  <a:pt x="273" y="681"/>
                </a:lnTo>
                <a:lnTo>
                  <a:pt x="257" y="680"/>
                </a:lnTo>
                <a:lnTo>
                  <a:pt x="240" y="679"/>
                </a:lnTo>
                <a:lnTo>
                  <a:pt x="225" y="676"/>
                </a:lnTo>
                <a:lnTo>
                  <a:pt x="209" y="673"/>
                </a:lnTo>
                <a:lnTo>
                  <a:pt x="195" y="669"/>
                </a:lnTo>
                <a:lnTo>
                  <a:pt x="180" y="664"/>
                </a:lnTo>
                <a:lnTo>
                  <a:pt x="167" y="659"/>
                </a:lnTo>
                <a:lnTo>
                  <a:pt x="153" y="653"/>
                </a:lnTo>
                <a:lnTo>
                  <a:pt x="141" y="646"/>
                </a:lnTo>
                <a:lnTo>
                  <a:pt x="128" y="638"/>
                </a:lnTo>
                <a:lnTo>
                  <a:pt x="116" y="630"/>
                </a:lnTo>
                <a:lnTo>
                  <a:pt x="105" y="620"/>
                </a:lnTo>
                <a:lnTo>
                  <a:pt x="94" y="610"/>
                </a:lnTo>
                <a:lnTo>
                  <a:pt x="83" y="599"/>
                </a:lnTo>
                <a:lnTo>
                  <a:pt x="74" y="588"/>
                </a:lnTo>
                <a:lnTo>
                  <a:pt x="65" y="576"/>
                </a:lnTo>
                <a:lnTo>
                  <a:pt x="56" y="563"/>
                </a:lnTo>
                <a:lnTo>
                  <a:pt x="48" y="551"/>
                </a:lnTo>
                <a:lnTo>
                  <a:pt x="41" y="538"/>
                </a:lnTo>
                <a:lnTo>
                  <a:pt x="34" y="525"/>
                </a:lnTo>
                <a:lnTo>
                  <a:pt x="28" y="511"/>
                </a:lnTo>
                <a:lnTo>
                  <a:pt x="22" y="497"/>
                </a:lnTo>
                <a:lnTo>
                  <a:pt x="18" y="483"/>
                </a:lnTo>
                <a:lnTo>
                  <a:pt x="13" y="467"/>
                </a:lnTo>
                <a:lnTo>
                  <a:pt x="9" y="452"/>
                </a:lnTo>
                <a:lnTo>
                  <a:pt x="7" y="436"/>
                </a:lnTo>
                <a:lnTo>
                  <a:pt x="4" y="419"/>
                </a:lnTo>
                <a:lnTo>
                  <a:pt x="2" y="402"/>
                </a:lnTo>
                <a:lnTo>
                  <a:pt x="1" y="384"/>
                </a:lnTo>
                <a:lnTo>
                  <a:pt x="0" y="365"/>
                </a:lnTo>
                <a:lnTo>
                  <a:pt x="0" y="346"/>
                </a:lnTo>
                <a:lnTo>
                  <a:pt x="1" y="321"/>
                </a:lnTo>
                <a:lnTo>
                  <a:pt x="2" y="297"/>
                </a:lnTo>
                <a:lnTo>
                  <a:pt x="4" y="274"/>
                </a:lnTo>
                <a:lnTo>
                  <a:pt x="7" y="251"/>
                </a:lnTo>
                <a:lnTo>
                  <a:pt x="12" y="230"/>
                </a:lnTo>
                <a:lnTo>
                  <a:pt x="17" y="210"/>
                </a:lnTo>
                <a:lnTo>
                  <a:pt x="24" y="189"/>
                </a:lnTo>
                <a:lnTo>
                  <a:pt x="31" y="171"/>
                </a:lnTo>
                <a:lnTo>
                  <a:pt x="39" y="153"/>
                </a:lnTo>
                <a:lnTo>
                  <a:pt x="48" y="137"/>
                </a:lnTo>
                <a:lnTo>
                  <a:pt x="59" y="120"/>
                </a:lnTo>
                <a:lnTo>
                  <a:pt x="70" y="105"/>
                </a:lnTo>
                <a:lnTo>
                  <a:pt x="82" y="90"/>
                </a:lnTo>
                <a:lnTo>
                  <a:pt x="95" y="77"/>
                </a:lnTo>
                <a:lnTo>
                  <a:pt x="109" y="64"/>
                </a:lnTo>
                <a:lnTo>
                  <a:pt x="124" y="52"/>
                </a:lnTo>
                <a:lnTo>
                  <a:pt x="134" y="46"/>
                </a:lnTo>
                <a:lnTo>
                  <a:pt x="143" y="40"/>
                </a:lnTo>
                <a:lnTo>
                  <a:pt x="152" y="34"/>
                </a:lnTo>
                <a:lnTo>
                  <a:pt x="161" y="29"/>
                </a:lnTo>
                <a:lnTo>
                  <a:pt x="171" y="24"/>
                </a:lnTo>
                <a:lnTo>
                  <a:pt x="181" y="20"/>
                </a:lnTo>
                <a:lnTo>
                  <a:pt x="191" y="16"/>
                </a:lnTo>
                <a:lnTo>
                  <a:pt x="200" y="13"/>
                </a:lnTo>
                <a:lnTo>
                  <a:pt x="211" y="10"/>
                </a:lnTo>
                <a:lnTo>
                  <a:pt x="221" y="7"/>
                </a:lnTo>
                <a:lnTo>
                  <a:pt x="232" y="5"/>
                </a:lnTo>
                <a:lnTo>
                  <a:pt x="243" y="3"/>
                </a:lnTo>
                <a:lnTo>
                  <a:pt x="254" y="2"/>
                </a:lnTo>
                <a:lnTo>
                  <a:pt x="265" y="1"/>
                </a:lnTo>
                <a:lnTo>
                  <a:pt x="277" y="1"/>
                </a:lnTo>
                <a:lnTo>
                  <a:pt x="289" y="0"/>
                </a:lnTo>
                <a:lnTo>
                  <a:pt x="303" y="1"/>
                </a:lnTo>
                <a:lnTo>
                  <a:pt x="316" y="2"/>
                </a:lnTo>
                <a:lnTo>
                  <a:pt x="331" y="3"/>
                </a:lnTo>
                <a:lnTo>
                  <a:pt x="344" y="5"/>
                </a:lnTo>
                <a:lnTo>
                  <a:pt x="357" y="7"/>
                </a:lnTo>
                <a:lnTo>
                  <a:pt x="370" y="10"/>
                </a:lnTo>
                <a:lnTo>
                  <a:pt x="383" y="14"/>
                </a:lnTo>
                <a:lnTo>
                  <a:pt x="395" y="18"/>
                </a:lnTo>
                <a:lnTo>
                  <a:pt x="407" y="23"/>
                </a:lnTo>
                <a:lnTo>
                  <a:pt x="420" y="28"/>
                </a:lnTo>
                <a:lnTo>
                  <a:pt x="431" y="34"/>
                </a:lnTo>
                <a:lnTo>
                  <a:pt x="443" y="40"/>
                </a:lnTo>
                <a:lnTo>
                  <a:pt x="454" y="46"/>
                </a:lnTo>
                <a:lnTo>
                  <a:pt x="466" y="54"/>
                </a:lnTo>
                <a:lnTo>
                  <a:pt x="476" y="62"/>
                </a:lnTo>
                <a:lnTo>
                  <a:pt x="486" y="70"/>
                </a:lnTo>
                <a:lnTo>
                  <a:pt x="430" y="140"/>
                </a:lnTo>
                <a:lnTo>
                  <a:pt x="413" y="128"/>
                </a:lnTo>
                <a:lnTo>
                  <a:pt x="396" y="116"/>
                </a:lnTo>
                <a:lnTo>
                  <a:pt x="388" y="112"/>
                </a:lnTo>
                <a:lnTo>
                  <a:pt x="380" y="108"/>
                </a:lnTo>
                <a:lnTo>
                  <a:pt x="371" y="105"/>
                </a:lnTo>
                <a:lnTo>
                  <a:pt x="363" y="101"/>
                </a:lnTo>
                <a:lnTo>
                  <a:pt x="354" y="98"/>
                </a:lnTo>
                <a:lnTo>
                  <a:pt x="345" y="96"/>
                </a:lnTo>
                <a:lnTo>
                  <a:pt x="337" y="93"/>
                </a:lnTo>
                <a:lnTo>
                  <a:pt x="328" y="92"/>
                </a:lnTo>
                <a:lnTo>
                  <a:pt x="319" y="90"/>
                </a:lnTo>
                <a:lnTo>
                  <a:pt x="309" y="90"/>
                </a:lnTo>
                <a:lnTo>
                  <a:pt x="300" y="89"/>
                </a:lnTo>
                <a:lnTo>
                  <a:pt x="290" y="89"/>
                </a:lnTo>
                <a:lnTo>
                  <a:pt x="279" y="89"/>
                </a:lnTo>
                <a:lnTo>
                  <a:pt x="269" y="90"/>
                </a:lnTo>
                <a:lnTo>
                  <a:pt x="258" y="92"/>
                </a:lnTo>
                <a:lnTo>
                  <a:pt x="248" y="93"/>
                </a:lnTo>
                <a:lnTo>
                  <a:pt x="238" y="96"/>
                </a:lnTo>
                <a:lnTo>
                  <a:pt x="229" y="100"/>
                </a:lnTo>
                <a:lnTo>
                  <a:pt x="221" y="104"/>
                </a:lnTo>
                <a:lnTo>
                  <a:pt x="212" y="108"/>
                </a:lnTo>
                <a:lnTo>
                  <a:pt x="205" y="113"/>
                </a:lnTo>
                <a:lnTo>
                  <a:pt x="197" y="119"/>
                </a:lnTo>
                <a:lnTo>
                  <a:pt x="190" y="125"/>
                </a:lnTo>
                <a:lnTo>
                  <a:pt x="183" y="131"/>
                </a:lnTo>
                <a:lnTo>
                  <a:pt x="177" y="138"/>
                </a:lnTo>
                <a:lnTo>
                  <a:pt x="171" y="145"/>
                </a:lnTo>
                <a:lnTo>
                  <a:pt x="166" y="154"/>
                </a:lnTo>
                <a:lnTo>
                  <a:pt x="161" y="162"/>
                </a:lnTo>
                <a:lnTo>
                  <a:pt x="156" y="171"/>
                </a:lnTo>
                <a:lnTo>
                  <a:pt x="151" y="180"/>
                </a:lnTo>
                <a:lnTo>
                  <a:pt x="147" y="190"/>
                </a:lnTo>
                <a:lnTo>
                  <a:pt x="144" y="200"/>
                </a:lnTo>
                <a:lnTo>
                  <a:pt x="140" y="211"/>
                </a:lnTo>
                <a:lnTo>
                  <a:pt x="137" y="221"/>
                </a:lnTo>
                <a:lnTo>
                  <a:pt x="134" y="233"/>
                </a:lnTo>
                <a:lnTo>
                  <a:pt x="132" y="245"/>
                </a:lnTo>
                <a:lnTo>
                  <a:pt x="128" y="270"/>
                </a:lnTo>
                <a:lnTo>
                  <a:pt x="125" y="296"/>
                </a:lnTo>
                <a:lnTo>
                  <a:pt x="123" y="323"/>
                </a:lnTo>
                <a:lnTo>
                  <a:pt x="123" y="352"/>
                </a:lnTo>
                <a:lnTo>
                  <a:pt x="123" y="369"/>
                </a:lnTo>
                <a:lnTo>
                  <a:pt x="123" y="385"/>
                </a:lnTo>
                <a:lnTo>
                  <a:pt x="124" y="401"/>
                </a:lnTo>
                <a:lnTo>
                  <a:pt x="126" y="417"/>
                </a:lnTo>
                <a:lnTo>
                  <a:pt x="128" y="431"/>
                </a:lnTo>
                <a:lnTo>
                  <a:pt x="129" y="445"/>
                </a:lnTo>
                <a:lnTo>
                  <a:pt x="132" y="458"/>
                </a:lnTo>
                <a:lnTo>
                  <a:pt x="135" y="470"/>
                </a:lnTo>
                <a:lnTo>
                  <a:pt x="138" y="482"/>
                </a:lnTo>
                <a:lnTo>
                  <a:pt x="142" y="493"/>
                </a:lnTo>
                <a:lnTo>
                  <a:pt x="146" y="504"/>
                </a:lnTo>
                <a:lnTo>
                  <a:pt x="150" y="514"/>
                </a:lnTo>
                <a:lnTo>
                  <a:pt x="156" y="523"/>
                </a:lnTo>
                <a:lnTo>
                  <a:pt x="161" y="532"/>
                </a:lnTo>
                <a:lnTo>
                  <a:pt x="166" y="540"/>
                </a:lnTo>
                <a:lnTo>
                  <a:pt x="172" y="548"/>
                </a:lnTo>
                <a:lnTo>
                  <a:pt x="177" y="553"/>
                </a:lnTo>
                <a:lnTo>
                  <a:pt x="182" y="559"/>
                </a:lnTo>
                <a:lnTo>
                  <a:pt x="189" y="564"/>
                </a:lnTo>
                <a:lnTo>
                  <a:pt x="196" y="569"/>
                </a:lnTo>
                <a:lnTo>
                  <a:pt x="202" y="573"/>
                </a:lnTo>
                <a:lnTo>
                  <a:pt x="210" y="577"/>
                </a:lnTo>
                <a:lnTo>
                  <a:pt x="217" y="580"/>
                </a:lnTo>
                <a:lnTo>
                  <a:pt x="226" y="584"/>
                </a:lnTo>
                <a:lnTo>
                  <a:pt x="234" y="587"/>
                </a:lnTo>
                <a:lnTo>
                  <a:pt x="242" y="590"/>
                </a:lnTo>
                <a:lnTo>
                  <a:pt x="251" y="592"/>
                </a:lnTo>
                <a:lnTo>
                  <a:pt x="260" y="594"/>
                </a:lnTo>
                <a:lnTo>
                  <a:pt x="269" y="595"/>
                </a:lnTo>
                <a:lnTo>
                  <a:pt x="278" y="596"/>
                </a:lnTo>
                <a:lnTo>
                  <a:pt x="288" y="597"/>
                </a:lnTo>
                <a:lnTo>
                  <a:pt x="297" y="598"/>
                </a:lnTo>
                <a:lnTo>
                  <a:pt x="310" y="597"/>
                </a:lnTo>
                <a:lnTo>
                  <a:pt x="322" y="596"/>
                </a:lnTo>
                <a:lnTo>
                  <a:pt x="334" y="594"/>
                </a:lnTo>
                <a:lnTo>
                  <a:pt x="345" y="592"/>
                </a:lnTo>
                <a:lnTo>
                  <a:pt x="356" y="589"/>
                </a:lnTo>
                <a:lnTo>
                  <a:pt x="366" y="585"/>
                </a:lnTo>
                <a:lnTo>
                  <a:pt x="376" y="581"/>
                </a:lnTo>
                <a:lnTo>
                  <a:pt x="386" y="576"/>
                </a:lnTo>
                <a:lnTo>
                  <a:pt x="386" y="403"/>
                </a:lnTo>
                <a:lnTo>
                  <a:pt x="273" y="403"/>
                </a:lnTo>
                <a:lnTo>
                  <a:pt x="257" y="313"/>
                </a:lnTo>
                <a:lnTo>
                  <a:pt x="498" y="313"/>
                </a:lnTo>
                <a:lnTo>
                  <a:pt x="498" y="626"/>
                </a:lnTo>
                <a:lnTo>
                  <a:pt x="486" y="633"/>
                </a:lnTo>
                <a:lnTo>
                  <a:pt x="474" y="639"/>
                </a:lnTo>
                <a:lnTo>
                  <a:pt x="463" y="644"/>
                </a:lnTo>
                <a:lnTo>
                  <a:pt x="451" y="650"/>
                </a:lnTo>
                <a:lnTo>
                  <a:pt x="438" y="655"/>
                </a:lnTo>
                <a:lnTo>
                  <a:pt x="425" y="659"/>
                </a:lnTo>
                <a:lnTo>
                  <a:pt x="413" y="664"/>
                </a:lnTo>
                <a:lnTo>
                  <a:pt x="399" y="668"/>
                </a:lnTo>
                <a:lnTo>
                  <a:pt x="386" y="671"/>
                </a:lnTo>
                <a:lnTo>
                  <a:pt x="372" y="674"/>
                </a:lnTo>
                <a:lnTo>
                  <a:pt x="359" y="676"/>
                </a:lnTo>
                <a:lnTo>
                  <a:pt x="346" y="678"/>
                </a:lnTo>
                <a:lnTo>
                  <a:pt x="332" y="679"/>
                </a:lnTo>
                <a:lnTo>
                  <a:pt x="318" y="681"/>
                </a:lnTo>
                <a:lnTo>
                  <a:pt x="305" y="682"/>
                </a:lnTo>
                <a:lnTo>
                  <a:pt x="290" y="6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0" name="Freeform 34"/>
          <p:cNvSpPr>
            <a:spLocks/>
          </p:cNvSpPr>
          <p:nvPr/>
        </p:nvSpPr>
        <p:spPr bwMode="auto">
          <a:xfrm>
            <a:off x="8323265" y="1301752"/>
            <a:ext cx="396875" cy="747713"/>
          </a:xfrm>
          <a:custGeom>
            <a:avLst/>
            <a:gdLst>
              <a:gd name="T0" fmla="*/ 2147483647 w 276"/>
              <a:gd name="T1" fmla="*/ 2147483647 h 498"/>
              <a:gd name="T2" fmla="*/ 2147483647 w 276"/>
              <a:gd name="T3" fmla="*/ 2147483647 h 498"/>
              <a:gd name="T4" fmla="*/ 2147483647 w 276"/>
              <a:gd name="T5" fmla="*/ 2147483647 h 498"/>
              <a:gd name="T6" fmla="*/ 2147483647 w 276"/>
              <a:gd name="T7" fmla="*/ 2147483647 h 498"/>
              <a:gd name="T8" fmla="*/ 2147483647 w 276"/>
              <a:gd name="T9" fmla="*/ 2147483647 h 498"/>
              <a:gd name="T10" fmla="*/ 2147483647 w 276"/>
              <a:gd name="T11" fmla="*/ 2147483647 h 498"/>
              <a:gd name="T12" fmla="*/ 2147483647 w 276"/>
              <a:gd name="T13" fmla="*/ 2147483647 h 498"/>
              <a:gd name="T14" fmla="*/ 2147483647 w 276"/>
              <a:gd name="T15" fmla="*/ 2147483647 h 498"/>
              <a:gd name="T16" fmla="*/ 2147483647 w 276"/>
              <a:gd name="T17" fmla="*/ 2147483647 h 498"/>
              <a:gd name="T18" fmla="*/ 2147483647 w 276"/>
              <a:gd name="T19" fmla="*/ 2147483647 h 498"/>
              <a:gd name="T20" fmla="*/ 2147483647 w 276"/>
              <a:gd name="T21" fmla="*/ 2147483647 h 498"/>
              <a:gd name="T22" fmla="*/ 2147483647 w 276"/>
              <a:gd name="T23" fmla="*/ 2147483647 h 498"/>
              <a:gd name="T24" fmla="*/ 2147483647 w 276"/>
              <a:gd name="T25" fmla="*/ 2147483647 h 498"/>
              <a:gd name="T26" fmla="*/ 2147483647 w 276"/>
              <a:gd name="T27" fmla="*/ 2147483647 h 498"/>
              <a:gd name="T28" fmla="*/ 2147483647 w 276"/>
              <a:gd name="T29" fmla="*/ 2147483647 h 498"/>
              <a:gd name="T30" fmla="*/ 2147483647 w 276"/>
              <a:gd name="T31" fmla="*/ 2147483647 h 498"/>
              <a:gd name="T32" fmla="*/ 2147483647 w 276"/>
              <a:gd name="T33" fmla="*/ 2147483647 h 498"/>
              <a:gd name="T34" fmla="*/ 2147483647 w 276"/>
              <a:gd name="T35" fmla="*/ 2147483647 h 498"/>
              <a:gd name="T36" fmla="*/ 2147483647 w 276"/>
              <a:gd name="T37" fmla="*/ 2147483647 h 498"/>
              <a:gd name="T38" fmla="*/ 2147483647 w 276"/>
              <a:gd name="T39" fmla="*/ 2147483647 h 498"/>
              <a:gd name="T40" fmla="*/ 2147483647 w 276"/>
              <a:gd name="T41" fmla="*/ 2147483647 h 498"/>
              <a:gd name="T42" fmla="*/ 2147483647 w 276"/>
              <a:gd name="T43" fmla="*/ 2147483647 h 498"/>
              <a:gd name="T44" fmla="*/ 2147483647 w 276"/>
              <a:gd name="T45" fmla="*/ 2147483647 h 498"/>
              <a:gd name="T46" fmla="*/ 2147483647 w 276"/>
              <a:gd name="T47" fmla="*/ 2147483647 h 498"/>
              <a:gd name="T48" fmla="*/ 2147483647 w 276"/>
              <a:gd name="T49" fmla="*/ 2147483647 h 498"/>
              <a:gd name="T50" fmla="*/ 2147483647 w 276"/>
              <a:gd name="T51" fmla="*/ 2147483647 h 498"/>
              <a:gd name="T52" fmla="*/ 2147483647 w 276"/>
              <a:gd name="T53" fmla="*/ 2147483647 h 498"/>
              <a:gd name="T54" fmla="*/ 2147483647 w 276"/>
              <a:gd name="T55" fmla="*/ 2147483647 h 498"/>
              <a:gd name="T56" fmla="*/ 2147483647 w 276"/>
              <a:gd name="T57" fmla="*/ 2147483647 h 498"/>
              <a:gd name="T58" fmla="*/ 2147483647 w 276"/>
              <a:gd name="T59" fmla="*/ 2147483647 h 498"/>
              <a:gd name="T60" fmla="*/ 2147483647 w 276"/>
              <a:gd name="T61" fmla="*/ 2147483647 h 498"/>
              <a:gd name="T62" fmla="*/ 0 w 276"/>
              <a:gd name="T63" fmla="*/ 2147483647 h 498"/>
              <a:gd name="T64" fmla="*/ 2147483647 w 276"/>
              <a:gd name="T65" fmla="*/ 0 h 498"/>
              <a:gd name="T66" fmla="*/ 2147483647 w 276"/>
              <a:gd name="T67" fmla="*/ 2147483647 h 498"/>
              <a:gd name="T68" fmla="*/ 2147483647 w 276"/>
              <a:gd name="T69" fmla="*/ 2147483647 h 498"/>
              <a:gd name="T70" fmla="*/ 2147483647 w 276"/>
              <a:gd name="T71" fmla="*/ 2147483647 h 498"/>
              <a:gd name="T72" fmla="*/ 2147483647 w 276"/>
              <a:gd name="T73" fmla="*/ 2147483647 h 498"/>
              <a:gd name="T74" fmla="*/ 2147483647 w 276"/>
              <a:gd name="T75" fmla="*/ 2147483647 h 498"/>
              <a:gd name="T76" fmla="*/ 2147483647 w 276"/>
              <a:gd name="T77" fmla="*/ 2147483647 h 498"/>
              <a:gd name="T78" fmla="*/ 2147483647 w 276"/>
              <a:gd name="T79" fmla="*/ 2147483647 h 498"/>
              <a:gd name="T80" fmla="*/ 2147483647 w 276"/>
              <a:gd name="T81" fmla="*/ 2147483647 h 498"/>
              <a:gd name="T82" fmla="*/ 2147483647 w 276"/>
              <a:gd name="T83" fmla="*/ 2147483647 h 498"/>
              <a:gd name="T84" fmla="*/ 2147483647 w 276"/>
              <a:gd name="T85" fmla="*/ 2147483647 h 498"/>
              <a:gd name="T86" fmla="*/ 2147483647 w 276"/>
              <a:gd name="T87" fmla="*/ 2147483647 h 498"/>
              <a:gd name="T88" fmla="*/ 2147483647 w 276"/>
              <a:gd name="T89" fmla="*/ 2147483647 h 498"/>
              <a:gd name="T90" fmla="*/ 2147483647 w 276"/>
              <a:gd name="T91" fmla="*/ 2147483647 h 498"/>
              <a:gd name="T92" fmla="*/ 2147483647 w 276"/>
              <a:gd name="T93" fmla="*/ 2147483647 h 498"/>
              <a:gd name="T94" fmla="*/ 2147483647 w 276"/>
              <a:gd name="T95" fmla="*/ 2147483647 h 498"/>
              <a:gd name="T96" fmla="*/ 2147483647 w 276"/>
              <a:gd name="T97" fmla="*/ 2147483647 h 498"/>
              <a:gd name="T98" fmla="*/ 2147483647 w 276"/>
              <a:gd name="T99" fmla="*/ 2147483647 h 498"/>
              <a:gd name="T100" fmla="*/ 2147483647 w 276"/>
              <a:gd name="T101" fmla="*/ 2147483647 h 498"/>
              <a:gd name="T102" fmla="*/ 2147483647 w 276"/>
              <a:gd name="T103" fmla="*/ 2147483647 h 498"/>
              <a:gd name="T104" fmla="*/ 2147483647 w 276"/>
              <a:gd name="T105" fmla="*/ 2147483647 h 498"/>
              <a:gd name="T106" fmla="*/ 2147483647 w 276"/>
              <a:gd name="T107" fmla="*/ 2147483647 h 498"/>
              <a:gd name="T108" fmla="*/ 2147483647 w 276"/>
              <a:gd name="T109" fmla="*/ 0 h 498"/>
              <a:gd name="T110" fmla="*/ 2147483647 w 276"/>
              <a:gd name="T111" fmla="*/ 0 h 498"/>
              <a:gd name="T112" fmla="*/ 2147483647 w 276"/>
              <a:gd name="T113" fmla="*/ 0 h 498"/>
              <a:gd name="T114" fmla="*/ 2147483647 w 276"/>
              <a:gd name="T115" fmla="*/ 0 h 498"/>
              <a:gd name="T116" fmla="*/ 2147483647 w 276"/>
              <a:gd name="T117" fmla="*/ 2147483647 h 498"/>
              <a:gd name="T118" fmla="*/ 2147483647 w 276"/>
              <a:gd name="T119" fmla="*/ 2147483647 h 498"/>
              <a:gd name="T120" fmla="*/ 2147483647 w 276"/>
              <a:gd name="T121" fmla="*/ 2147483647 h 498"/>
              <a:gd name="T122" fmla="*/ 2147483647 w 276"/>
              <a:gd name="T123" fmla="*/ 2147483647 h 49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76" h="498">
                <a:moveTo>
                  <a:pt x="243" y="105"/>
                </a:moveTo>
                <a:lnTo>
                  <a:pt x="236" y="102"/>
                </a:lnTo>
                <a:lnTo>
                  <a:pt x="228" y="100"/>
                </a:lnTo>
                <a:lnTo>
                  <a:pt x="222" y="99"/>
                </a:lnTo>
                <a:lnTo>
                  <a:pt x="213" y="98"/>
                </a:lnTo>
                <a:lnTo>
                  <a:pt x="205" y="99"/>
                </a:lnTo>
                <a:lnTo>
                  <a:pt x="197" y="99"/>
                </a:lnTo>
                <a:lnTo>
                  <a:pt x="190" y="102"/>
                </a:lnTo>
                <a:lnTo>
                  <a:pt x="181" y="104"/>
                </a:lnTo>
                <a:lnTo>
                  <a:pt x="175" y="107"/>
                </a:lnTo>
                <a:lnTo>
                  <a:pt x="167" y="110"/>
                </a:lnTo>
                <a:lnTo>
                  <a:pt x="161" y="114"/>
                </a:lnTo>
                <a:lnTo>
                  <a:pt x="155" y="119"/>
                </a:lnTo>
                <a:lnTo>
                  <a:pt x="149" y="125"/>
                </a:lnTo>
                <a:lnTo>
                  <a:pt x="143" y="130"/>
                </a:lnTo>
                <a:lnTo>
                  <a:pt x="139" y="136"/>
                </a:lnTo>
                <a:lnTo>
                  <a:pt x="134" y="142"/>
                </a:lnTo>
                <a:lnTo>
                  <a:pt x="130" y="148"/>
                </a:lnTo>
                <a:lnTo>
                  <a:pt x="127" y="155"/>
                </a:lnTo>
                <a:lnTo>
                  <a:pt x="124" y="163"/>
                </a:lnTo>
                <a:lnTo>
                  <a:pt x="122" y="170"/>
                </a:lnTo>
                <a:lnTo>
                  <a:pt x="122" y="498"/>
                </a:lnTo>
                <a:lnTo>
                  <a:pt x="17" y="498"/>
                </a:lnTo>
                <a:lnTo>
                  <a:pt x="17" y="155"/>
                </a:lnTo>
                <a:lnTo>
                  <a:pt x="16" y="134"/>
                </a:lnTo>
                <a:lnTo>
                  <a:pt x="15" y="113"/>
                </a:lnTo>
                <a:lnTo>
                  <a:pt x="14" y="95"/>
                </a:lnTo>
                <a:lnTo>
                  <a:pt x="11" y="78"/>
                </a:lnTo>
                <a:lnTo>
                  <a:pt x="9" y="64"/>
                </a:lnTo>
                <a:lnTo>
                  <a:pt x="6" y="49"/>
                </a:lnTo>
                <a:lnTo>
                  <a:pt x="3" y="37"/>
                </a:lnTo>
                <a:lnTo>
                  <a:pt x="0" y="25"/>
                </a:lnTo>
                <a:lnTo>
                  <a:pt x="96" y="0"/>
                </a:lnTo>
                <a:lnTo>
                  <a:pt x="100" y="8"/>
                </a:lnTo>
                <a:lnTo>
                  <a:pt x="104" y="17"/>
                </a:lnTo>
                <a:lnTo>
                  <a:pt x="107" y="27"/>
                </a:lnTo>
                <a:lnTo>
                  <a:pt x="110" y="37"/>
                </a:lnTo>
                <a:lnTo>
                  <a:pt x="111" y="46"/>
                </a:lnTo>
                <a:lnTo>
                  <a:pt x="113" y="57"/>
                </a:lnTo>
                <a:lnTo>
                  <a:pt x="114" y="67"/>
                </a:lnTo>
                <a:lnTo>
                  <a:pt x="114" y="77"/>
                </a:lnTo>
                <a:lnTo>
                  <a:pt x="122" y="67"/>
                </a:lnTo>
                <a:lnTo>
                  <a:pt x="128" y="58"/>
                </a:lnTo>
                <a:lnTo>
                  <a:pt x="136" y="50"/>
                </a:lnTo>
                <a:lnTo>
                  <a:pt x="143" y="43"/>
                </a:lnTo>
                <a:lnTo>
                  <a:pt x="151" y="35"/>
                </a:lnTo>
                <a:lnTo>
                  <a:pt x="158" y="29"/>
                </a:lnTo>
                <a:lnTo>
                  <a:pt x="166" y="23"/>
                </a:lnTo>
                <a:lnTo>
                  <a:pt x="173" y="18"/>
                </a:lnTo>
                <a:lnTo>
                  <a:pt x="181" y="14"/>
                </a:lnTo>
                <a:lnTo>
                  <a:pt x="189" y="10"/>
                </a:lnTo>
                <a:lnTo>
                  <a:pt x="196" y="6"/>
                </a:lnTo>
                <a:lnTo>
                  <a:pt x="204" y="4"/>
                </a:lnTo>
                <a:lnTo>
                  <a:pt x="213" y="2"/>
                </a:lnTo>
                <a:lnTo>
                  <a:pt x="221" y="0"/>
                </a:lnTo>
                <a:lnTo>
                  <a:pt x="230" y="0"/>
                </a:lnTo>
                <a:lnTo>
                  <a:pt x="238" y="0"/>
                </a:lnTo>
                <a:lnTo>
                  <a:pt x="248" y="0"/>
                </a:lnTo>
                <a:lnTo>
                  <a:pt x="258" y="1"/>
                </a:lnTo>
                <a:lnTo>
                  <a:pt x="266" y="3"/>
                </a:lnTo>
                <a:lnTo>
                  <a:pt x="276" y="7"/>
                </a:lnTo>
                <a:lnTo>
                  <a:pt x="243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1" name="Freeform 35"/>
          <p:cNvSpPr>
            <a:spLocks/>
          </p:cNvSpPr>
          <p:nvPr/>
        </p:nvSpPr>
        <p:spPr bwMode="auto">
          <a:xfrm>
            <a:off x="8748715" y="1301750"/>
            <a:ext cx="593725" cy="776288"/>
          </a:xfrm>
          <a:custGeom>
            <a:avLst/>
            <a:gdLst>
              <a:gd name="T0" fmla="*/ 2147483647 w 415"/>
              <a:gd name="T1" fmla="*/ 2147483647 h 518"/>
              <a:gd name="T2" fmla="*/ 2147483647 w 415"/>
              <a:gd name="T3" fmla="*/ 2147483647 h 518"/>
              <a:gd name="T4" fmla="*/ 2147483647 w 415"/>
              <a:gd name="T5" fmla="*/ 2147483647 h 518"/>
              <a:gd name="T6" fmla="*/ 2147483647 w 415"/>
              <a:gd name="T7" fmla="*/ 2147483647 h 518"/>
              <a:gd name="T8" fmla="*/ 2147483647 w 415"/>
              <a:gd name="T9" fmla="*/ 2147483647 h 518"/>
              <a:gd name="T10" fmla="*/ 2147483647 w 415"/>
              <a:gd name="T11" fmla="*/ 2147483647 h 518"/>
              <a:gd name="T12" fmla="*/ 2147483647 w 415"/>
              <a:gd name="T13" fmla="*/ 2147483647 h 518"/>
              <a:gd name="T14" fmla="*/ 2147483647 w 415"/>
              <a:gd name="T15" fmla="*/ 2147483647 h 518"/>
              <a:gd name="T16" fmla="*/ 2147483647 w 415"/>
              <a:gd name="T17" fmla="*/ 2147483647 h 518"/>
              <a:gd name="T18" fmla="*/ 2147483647 w 415"/>
              <a:gd name="T19" fmla="*/ 2147483647 h 518"/>
              <a:gd name="T20" fmla="*/ 2147483647 w 415"/>
              <a:gd name="T21" fmla="*/ 2147483647 h 518"/>
              <a:gd name="T22" fmla="*/ 2147483647 w 415"/>
              <a:gd name="T23" fmla="*/ 2147483647 h 518"/>
              <a:gd name="T24" fmla="*/ 0 w 415"/>
              <a:gd name="T25" fmla="*/ 2147483647 h 518"/>
              <a:gd name="T26" fmla="*/ 2147483647 w 415"/>
              <a:gd name="T27" fmla="*/ 2147483647 h 518"/>
              <a:gd name="T28" fmla="*/ 2147483647 w 415"/>
              <a:gd name="T29" fmla="*/ 2147483647 h 518"/>
              <a:gd name="T30" fmla="*/ 2147483647 w 415"/>
              <a:gd name="T31" fmla="*/ 2147483647 h 518"/>
              <a:gd name="T32" fmla="*/ 2147483647 w 415"/>
              <a:gd name="T33" fmla="*/ 2147483647 h 518"/>
              <a:gd name="T34" fmla="*/ 2147483647 w 415"/>
              <a:gd name="T35" fmla="*/ 2147483647 h 518"/>
              <a:gd name="T36" fmla="*/ 2147483647 w 415"/>
              <a:gd name="T37" fmla="*/ 2147483647 h 518"/>
              <a:gd name="T38" fmla="*/ 2147483647 w 415"/>
              <a:gd name="T39" fmla="*/ 2147483647 h 518"/>
              <a:gd name="T40" fmla="*/ 2147483647 w 415"/>
              <a:gd name="T41" fmla="*/ 2147483647 h 518"/>
              <a:gd name="T42" fmla="*/ 2147483647 w 415"/>
              <a:gd name="T43" fmla="*/ 2147483647 h 518"/>
              <a:gd name="T44" fmla="*/ 2147483647 w 415"/>
              <a:gd name="T45" fmla="*/ 2147483647 h 518"/>
              <a:gd name="T46" fmla="*/ 2147483647 w 415"/>
              <a:gd name="T47" fmla="*/ 2147483647 h 518"/>
              <a:gd name="T48" fmla="*/ 2147483647 w 415"/>
              <a:gd name="T49" fmla="*/ 2147483647 h 518"/>
              <a:gd name="T50" fmla="*/ 2147483647 w 415"/>
              <a:gd name="T51" fmla="*/ 2147483647 h 518"/>
              <a:gd name="T52" fmla="*/ 2147483647 w 415"/>
              <a:gd name="T53" fmla="*/ 2147483647 h 518"/>
              <a:gd name="T54" fmla="*/ 2147483647 w 415"/>
              <a:gd name="T55" fmla="*/ 2147483647 h 518"/>
              <a:gd name="T56" fmla="*/ 2147483647 w 415"/>
              <a:gd name="T57" fmla="*/ 2147483647 h 518"/>
              <a:gd name="T58" fmla="*/ 2147483647 w 415"/>
              <a:gd name="T59" fmla="*/ 2147483647 h 518"/>
              <a:gd name="T60" fmla="*/ 2147483647 w 415"/>
              <a:gd name="T61" fmla="*/ 2147483647 h 518"/>
              <a:gd name="T62" fmla="*/ 2147483647 w 415"/>
              <a:gd name="T63" fmla="*/ 0 h 518"/>
              <a:gd name="T64" fmla="*/ 2147483647 w 415"/>
              <a:gd name="T65" fmla="*/ 2147483647 h 518"/>
              <a:gd name="T66" fmla="*/ 2147483647 w 415"/>
              <a:gd name="T67" fmla="*/ 2147483647 h 518"/>
              <a:gd name="T68" fmla="*/ 2147483647 w 415"/>
              <a:gd name="T69" fmla="*/ 2147483647 h 518"/>
              <a:gd name="T70" fmla="*/ 2147483647 w 415"/>
              <a:gd name="T71" fmla="*/ 2147483647 h 518"/>
              <a:gd name="T72" fmla="*/ 2147483647 w 415"/>
              <a:gd name="T73" fmla="*/ 2147483647 h 518"/>
              <a:gd name="T74" fmla="*/ 2147483647 w 415"/>
              <a:gd name="T75" fmla="*/ 2147483647 h 518"/>
              <a:gd name="T76" fmla="*/ 2147483647 w 415"/>
              <a:gd name="T77" fmla="*/ 2147483647 h 518"/>
              <a:gd name="T78" fmla="*/ 2147483647 w 415"/>
              <a:gd name="T79" fmla="*/ 2147483647 h 518"/>
              <a:gd name="T80" fmla="*/ 2147483647 w 415"/>
              <a:gd name="T81" fmla="*/ 2147483647 h 518"/>
              <a:gd name="T82" fmla="*/ 2147483647 w 415"/>
              <a:gd name="T83" fmla="*/ 2147483647 h 518"/>
              <a:gd name="T84" fmla="*/ 2147483647 w 415"/>
              <a:gd name="T85" fmla="*/ 2147483647 h 518"/>
              <a:gd name="T86" fmla="*/ 2147483647 w 415"/>
              <a:gd name="T87" fmla="*/ 2147483647 h 518"/>
              <a:gd name="T88" fmla="*/ 2147483647 w 415"/>
              <a:gd name="T89" fmla="*/ 2147483647 h 518"/>
              <a:gd name="T90" fmla="*/ 2147483647 w 415"/>
              <a:gd name="T91" fmla="*/ 2147483647 h 518"/>
              <a:gd name="T92" fmla="*/ 2147483647 w 415"/>
              <a:gd name="T93" fmla="*/ 2147483647 h 518"/>
              <a:gd name="T94" fmla="*/ 2147483647 w 415"/>
              <a:gd name="T95" fmla="*/ 2147483647 h 518"/>
              <a:gd name="T96" fmla="*/ 2147483647 w 415"/>
              <a:gd name="T97" fmla="*/ 2147483647 h 518"/>
              <a:gd name="T98" fmla="*/ 2147483647 w 415"/>
              <a:gd name="T99" fmla="*/ 2147483647 h 518"/>
              <a:gd name="T100" fmla="*/ 2147483647 w 415"/>
              <a:gd name="T101" fmla="*/ 2147483647 h 518"/>
              <a:gd name="T102" fmla="*/ 2147483647 w 415"/>
              <a:gd name="T103" fmla="*/ 2147483647 h 518"/>
              <a:gd name="T104" fmla="*/ 2147483647 w 415"/>
              <a:gd name="T105" fmla="*/ 2147483647 h 518"/>
              <a:gd name="T106" fmla="*/ 2147483647 w 415"/>
              <a:gd name="T107" fmla="*/ 2147483647 h 518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15" h="518">
                <a:moveTo>
                  <a:pt x="361" y="518"/>
                </a:moveTo>
                <a:lnTo>
                  <a:pt x="350" y="513"/>
                </a:lnTo>
                <a:lnTo>
                  <a:pt x="339" y="507"/>
                </a:lnTo>
                <a:lnTo>
                  <a:pt x="329" y="501"/>
                </a:lnTo>
                <a:lnTo>
                  <a:pt x="321" y="493"/>
                </a:lnTo>
                <a:lnTo>
                  <a:pt x="312" y="484"/>
                </a:lnTo>
                <a:lnTo>
                  <a:pt x="306" y="475"/>
                </a:lnTo>
                <a:lnTo>
                  <a:pt x="300" y="464"/>
                </a:lnTo>
                <a:lnTo>
                  <a:pt x="294" y="453"/>
                </a:lnTo>
                <a:lnTo>
                  <a:pt x="287" y="461"/>
                </a:lnTo>
                <a:lnTo>
                  <a:pt x="280" y="468"/>
                </a:lnTo>
                <a:lnTo>
                  <a:pt x="272" y="475"/>
                </a:lnTo>
                <a:lnTo>
                  <a:pt x="265" y="481"/>
                </a:lnTo>
                <a:lnTo>
                  <a:pt x="256" y="487"/>
                </a:lnTo>
                <a:lnTo>
                  <a:pt x="248" y="491"/>
                </a:lnTo>
                <a:lnTo>
                  <a:pt x="241" y="496"/>
                </a:lnTo>
                <a:lnTo>
                  <a:pt x="233" y="499"/>
                </a:lnTo>
                <a:lnTo>
                  <a:pt x="224" y="502"/>
                </a:lnTo>
                <a:lnTo>
                  <a:pt x="215" y="505"/>
                </a:lnTo>
                <a:lnTo>
                  <a:pt x="207" y="507"/>
                </a:lnTo>
                <a:lnTo>
                  <a:pt x="198" y="509"/>
                </a:lnTo>
                <a:lnTo>
                  <a:pt x="189" y="510"/>
                </a:lnTo>
                <a:lnTo>
                  <a:pt x="180" y="512"/>
                </a:lnTo>
                <a:lnTo>
                  <a:pt x="171" y="512"/>
                </a:lnTo>
                <a:lnTo>
                  <a:pt x="161" y="513"/>
                </a:lnTo>
                <a:lnTo>
                  <a:pt x="141" y="512"/>
                </a:lnTo>
                <a:lnTo>
                  <a:pt x="122" y="510"/>
                </a:lnTo>
                <a:lnTo>
                  <a:pt x="113" y="508"/>
                </a:lnTo>
                <a:lnTo>
                  <a:pt x="104" y="506"/>
                </a:lnTo>
                <a:lnTo>
                  <a:pt x="97" y="504"/>
                </a:lnTo>
                <a:lnTo>
                  <a:pt x="89" y="501"/>
                </a:lnTo>
                <a:lnTo>
                  <a:pt x="81" y="499"/>
                </a:lnTo>
                <a:lnTo>
                  <a:pt x="75" y="496"/>
                </a:lnTo>
                <a:lnTo>
                  <a:pt x="67" y="492"/>
                </a:lnTo>
                <a:lnTo>
                  <a:pt x="61" y="489"/>
                </a:lnTo>
                <a:lnTo>
                  <a:pt x="55" y="484"/>
                </a:lnTo>
                <a:lnTo>
                  <a:pt x="49" y="481"/>
                </a:lnTo>
                <a:lnTo>
                  <a:pt x="44" y="476"/>
                </a:lnTo>
                <a:lnTo>
                  <a:pt x="39" y="471"/>
                </a:lnTo>
                <a:lnTo>
                  <a:pt x="34" y="466"/>
                </a:lnTo>
                <a:lnTo>
                  <a:pt x="29" y="461"/>
                </a:lnTo>
                <a:lnTo>
                  <a:pt x="25" y="455"/>
                </a:lnTo>
                <a:lnTo>
                  <a:pt x="22" y="450"/>
                </a:lnTo>
                <a:lnTo>
                  <a:pt x="18" y="444"/>
                </a:lnTo>
                <a:lnTo>
                  <a:pt x="15" y="437"/>
                </a:lnTo>
                <a:lnTo>
                  <a:pt x="12" y="431"/>
                </a:lnTo>
                <a:lnTo>
                  <a:pt x="9" y="425"/>
                </a:lnTo>
                <a:lnTo>
                  <a:pt x="5" y="411"/>
                </a:lnTo>
                <a:lnTo>
                  <a:pt x="2" y="397"/>
                </a:lnTo>
                <a:lnTo>
                  <a:pt x="0" y="382"/>
                </a:lnTo>
                <a:lnTo>
                  <a:pt x="0" y="367"/>
                </a:lnTo>
                <a:lnTo>
                  <a:pt x="0" y="356"/>
                </a:lnTo>
                <a:lnTo>
                  <a:pt x="1" y="346"/>
                </a:lnTo>
                <a:lnTo>
                  <a:pt x="2" y="336"/>
                </a:lnTo>
                <a:lnTo>
                  <a:pt x="4" y="327"/>
                </a:lnTo>
                <a:lnTo>
                  <a:pt x="6" y="318"/>
                </a:lnTo>
                <a:lnTo>
                  <a:pt x="8" y="309"/>
                </a:lnTo>
                <a:lnTo>
                  <a:pt x="12" y="301"/>
                </a:lnTo>
                <a:lnTo>
                  <a:pt x="15" y="293"/>
                </a:lnTo>
                <a:lnTo>
                  <a:pt x="19" y="285"/>
                </a:lnTo>
                <a:lnTo>
                  <a:pt x="24" y="277"/>
                </a:lnTo>
                <a:lnTo>
                  <a:pt x="29" y="271"/>
                </a:lnTo>
                <a:lnTo>
                  <a:pt x="34" y="264"/>
                </a:lnTo>
                <a:lnTo>
                  <a:pt x="40" y="257"/>
                </a:lnTo>
                <a:lnTo>
                  <a:pt x="47" y="251"/>
                </a:lnTo>
                <a:lnTo>
                  <a:pt x="54" y="245"/>
                </a:lnTo>
                <a:lnTo>
                  <a:pt x="61" y="240"/>
                </a:lnTo>
                <a:lnTo>
                  <a:pt x="69" y="235"/>
                </a:lnTo>
                <a:lnTo>
                  <a:pt x="78" y="230"/>
                </a:lnTo>
                <a:lnTo>
                  <a:pt x="87" y="226"/>
                </a:lnTo>
                <a:lnTo>
                  <a:pt x="96" y="221"/>
                </a:lnTo>
                <a:lnTo>
                  <a:pt x="105" y="218"/>
                </a:lnTo>
                <a:lnTo>
                  <a:pt x="115" y="214"/>
                </a:lnTo>
                <a:lnTo>
                  <a:pt x="126" y="211"/>
                </a:lnTo>
                <a:lnTo>
                  <a:pt x="136" y="208"/>
                </a:lnTo>
                <a:lnTo>
                  <a:pt x="148" y="206"/>
                </a:lnTo>
                <a:lnTo>
                  <a:pt x="160" y="204"/>
                </a:lnTo>
                <a:lnTo>
                  <a:pt x="172" y="202"/>
                </a:lnTo>
                <a:lnTo>
                  <a:pt x="185" y="201"/>
                </a:lnTo>
                <a:lnTo>
                  <a:pt x="212" y="198"/>
                </a:lnTo>
                <a:lnTo>
                  <a:pt x="240" y="198"/>
                </a:lnTo>
                <a:lnTo>
                  <a:pt x="272" y="198"/>
                </a:lnTo>
                <a:lnTo>
                  <a:pt x="272" y="172"/>
                </a:lnTo>
                <a:lnTo>
                  <a:pt x="272" y="162"/>
                </a:lnTo>
                <a:lnTo>
                  <a:pt x="272" y="152"/>
                </a:lnTo>
                <a:lnTo>
                  <a:pt x="271" y="143"/>
                </a:lnTo>
                <a:lnTo>
                  <a:pt x="270" y="135"/>
                </a:lnTo>
                <a:lnTo>
                  <a:pt x="268" y="128"/>
                </a:lnTo>
                <a:lnTo>
                  <a:pt x="266" y="120"/>
                </a:lnTo>
                <a:lnTo>
                  <a:pt x="264" y="114"/>
                </a:lnTo>
                <a:lnTo>
                  <a:pt x="260" y="108"/>
                </a:lnTo>
                <a:lnTo>
                  <a:pt x="256" y="103"/>
                </a:lnTo>
                <a:lnTo>
                  <a:pt x="252" y="99"/>
                </a:lnTo>
                <a:lnTo>
                  <a:pt x="246" y="95"/>
                </a:lnTo>
                <a:lnTo>
                  <a:pt x="240" y="92"/>
                </a:lnTo>
                <a:lnTo>
                  <a:pt x="233" y="90"/>
                </a:lnTo>
                <a:lnTo>
                  <a:pt x="224" y="88"/>
                </a:lnTo>
                <a:lnTo>
                  <a:pt x="215" y="87"/>
                </a:lnTo>
                <a:lnTo>
                  <a:pt x="205" y="87"/>
                </a:lnTo>
                <a:lnTo>
                  <a:pt x="192" y="87"/>
                </a:lnTo>
                <a:lnTo>
                  <a:pt x="179" y="89"/>
                </a:lnTo>
                <a:lnTo>
                  <a:pt x="166" y="92"/>
                </a:lnTo>
                <a:lnTo>
                  <a:pt x="153" y="95"/>
                </a:lnTo>
                <a:lnTo>
                  <a:pt x="140" y="99"/>
                </a:lnTo>
                <a:lnTo>
                  <a:pt x="128" y="104"/>
                </a:lnTo>
                <a:lnTo>
                  <a:pt x="117" y="109"/>
                </a:lnTo>
                <a:lnTo>
                  <a:pt x="107" y="114"/>
                </a:lnTo>
                <a:lnTo>
                  <a:pt x="87" y="125"/>
                </a:lnTo>
                <a:lnTo>
                  <a:pt x="73" y="134"/>
                </a:lnTo>
                <a:lnTo>
                  <a:pt x="63" y="140"/>
                </a:lnTo>
                <a:lnTo>
                  <a:pt x="60" y="142"/>
                </a:lnTo>
                <a:lnTo>
                  <a:pt x="14" y="67"/>
                </a:lnTo>
                <a:lnTo>
                  <a:pt x="27" y="58"/>
                </a:lnTo>
                <a:lnTo>
                  <a:pt x="40" y="50"/>
                </a:lnTo>
                <a:lnTo>
                  <a:pt x="53" y="43"/>
                </a:lnTo>
                <a:lnTo>
                  <a:pt x="66" y="37"/>
                </a:lnTo>
                <a:lnTo>
                  <a:pt x="78" y="31"/>
                </a:lnTo>
                <a:lnTo>
                  <a:pt x="91" y="25"/>
                </a:lnTo>
                <a:lnTo>
                  <a:pt x="104" y="20"/>
                </a:lnTo>
                <a:lnTo>
                  <a:pt x="116" y="16"/>
                </a:lnTo>
                <a:lnTo>
                  <a:pt x="129" y="12"/>
                </a:lnTo>
                <a:lnTo>
                  <a:pt x="142" y="9"/>
                </a:lnTo>
                <a:lnTo>
                  <a:pt x="154" y="6"/>
                </a:lnTo>
                <a:lnTo>
                  <a:pt x="167" y="4"/>
                </a:lnTo>
                <a:lnTo>
                  <a:pt x="180" y="3"/>
                </a:lnTo>
                <a:lnTo>
                  <a:pt x="193" y="1"/>
                </a:lnTo>
                <a:lnTo>
                  <a:pt x="206" y="0"/>
                </a:lnTo>
                <a:lnTo>
                  <a:pt x="220" y="0"/>
                </a:lnTo>
                <a:lnTo>
                  <a:pt x="233" y="0"/>
                </a:lnTo>
                <a:lnTo>
                  <a:pt x="247" y="2"/>
                </a:lnTo>
                <a:lnTo>
                  <a:pt x="259" y="3"/>
                </a:lnTo>
                <a:lnTo>
                  <a:pt x="271" y="5"/>
                </a:lnTo>
                <a:lnTo>
                  <a:pt x="283" y="8"/>
                </a:lnTo>
                <a:lnTo>
                  <a:pt x="294" y="11"/>
                </a:lnTo>
                <a:lnTo>
                  <a:pt x="304" y="16"/>
                </a:lnTo>
                <a:lnTo>
                  <a:pt x="314" y="20"/>
                </a:lnTo>
                <a:lnTo>
                  <a:pt x="323" y="26"/>
                </a:lnTo>
                <a:lnTo>
                  <a:pt x="331" y="32"/>
                </a:lnTo>
                <a:lnTo>
                  <a:pt x="339" y="39"/>
                </a:lnTo>
                <a:lnTo>
                  <a:pt x="346" y="46"/>
                </a:lnTo>
                <a:lnTo>
                  <a:pt x="353" y="54"/>
                </a:lnTo>
                <a:lnTo>
                  <a:pt x="358" y="62"/>
                </a:lnTo>
                <a:lnTo>
                  <a:pt x="363" y="71"/>
                </a:lnTo>
                <a:lnTo>
                  <a:pt x="367" y="81"/>
                </a:lnTo>
                <a:lnTo>
                  <a:pt x="370" y="89"/>
                </a:lnTo>
                <a:lnTo>
                  <a:pt x="373" y="98"/>
                </a:lnTo>
                <a:lnTo>
                  <a:pt x="374" y="109"/>
                </a:lnTo>
                <a:lnTo>
                  <a:pt x="375" y="121"/>
                </a:lnTo>
                <a:lnTo>
                  <a:pt x="376" y="136"/>
                </a:lnTo>
                <a:lnTo>
                  <a:pt x="376" y="154"/>
                </a:lnTo>
                <a:lnTo>
                  <a:pt x="376" y="175"/>
                </a:lnTo>
                <a:lnTo>
                  <a:pt x="375" y="200"/>
                </a:lnTo>
                <a:lnTo>
                  <a:pt x="373" y="338"/>
                </a:lnTo>
                <a:lnTo>
                  <a:pt x="373" y="361"/>
                </a:lnTo>
                <a:lnTo>
                  <a:pt x="374" y="380"/>
                </a:lnTo>
                <a:lnTo>
                  <a:pt x="375" y="388"/>
                </a:lnTo>
                <a:lnTo>
                  <a:pt x="376" y="396"/>
                </a:lnTo>
                <a:lnTo>
                  <a:pt x="378" y="403"/>
                </a:lnTo>
                <a:lnTo>
                  <a:pt x="380" y="410"/>
                </a:lnTo>
                <a:lnTo>
                  <a:pt x="382" y="416"/>
                </a:lnTo>
                <a:lnTo>
                  <a:pt x="385" y="421"/>
                </a:lnTo>
                <a:lnTo>
                  <a:pt x="389" y="426"/>
                </a:lnTo>
                <a:lnTo>
                  <a:pt x="393" y="431"/>
                </a:lnTo>
                <a:lnTo>
                  <a:pt x="397" y="437"/>
                </a:lnTo>
                <a:lnTo>
                  <a:pt x="403" y="441"/>
                </a:lnTo>
                <a:lnTo>
                  <a:pt x="408" y="446"/>
                </a:lnTo>
                <a:lnTo>
                  <a:pt x="415" y="451"/>
                </a:lnTo>
                <a:lnTo>
                  <a:pt x="361" y="518"/>
                </a:lnTo>
                <a:lnTo>
                  <a:pt x="251" y="268"/>
                </a:lnTo>
                <a:lnTo>
                  <a:pt x="233" y="269"/>
                </a:lnTo>
                <a:lnTo>
                  <a:pt x="215" y="270"/>
                </a:lnTo>
                <a:lnTo>
                  <a:pt x="199" y="272"/>
                </a:lnTo>
                <a:lnTo>
                  <a:pt x="185" y="274"/>
                </a:lnTo>
                <a:lnTo>
                  <a:pt x="173" y="278"/>
                </a:lnTo>
                <a:lnTo>
                  <a:pt x="161" y="282"/>
                </a:lnTo>
                <a:lnTo>
                  <a:pt x="151" y="286"/>
                </a:lnTo>
                <a:lnTo>
                  <a:pt x="143" y="291"/>
                </a:lnTo>
                <a:lnTo>
                  <a:pt x="136" y="298"/>
                </a:lnTo>
                <a:lnTo>
                  <a:pt x="130" y="305"/>
                </a:lnTo>
                <a:lnTo>
                  <a:pt x="125" y="312"/>
                </a:lnTo>
                <a:lnTo>
                  <a:pt x="121" y="321"/>
                </a:lnTo>
                <a:lnTo>
                  <a:pt x="118" y="329"/>
                </a:lnTo>
                <a:lnTo>
                  <a:pt x="116" y="339"/>
                </a:lnTo>
                <a:lnTo>
                  <a:pt x="114" y="350"/>
                </a:lnTo>
                <a:lnTo>
                  <a:pt x="114" y="361"/>
                </a:lnTo>
                <a:lnTo>
                  <a:pt x="114" y="369"/>
                </a:lnTo>
                <a:lnTo>
                  <a:pt x="115" y="377"/>
                </a:lnTo>
                <a:lnTo>
                  <a:pt x="116" y="385"/>
                </a:lnTo>
                <a:lnTo>
                  <a:pt x="119" y="392"/>
                </a:lnTo>
                <a:lnTo>
                  <a:pt x="121" y="399"/>
                </a:lnTo>
                <a:lnTo>
                  <a:pt x="124" y="405"/>
                </a:lnTo>
                <a:lnTo>
                  <a:pt x="128" y="411"/>
                </a:lnTo>
                <a:lnTo>
                  <a:pt x="132" y="416"/>
                </a:lnTo>
                <a:lnTo>
                  <a:pt x="136" y="420"/>
                </a:lnTo>
                <a:lnTo>
                  <a:pt x="142" y="424"/>
                </a:lnTo>
                <a:lnTo>
                  <a:pt x="147" y="428"/>
                </a:lnTo>
                <a:lnTo>
                  <a:pt x="153" y="431"/>
                </a:lnTo>
                <a:lnTo>
                  <a:pt x="160" y="433"/>
                </a:lnTo>
                <a:lnTo>
                  <a:pt x="166" y="434"/>
                </a:lnTo>
                <a:lnTo>
                  <a:pt x="174" y="435"/>
                </a:lnTo>
                <a:lnTo>
                  <a:pt x="181" y="436"/>
                </a:lnTo>
                <a:lnTo>
                  <a:pt x="187" y="435"/>
                </a:lnTo>
                <a:lnTo>
                  <a:pt x="194" y="434"/>
                </a:lnTo>
                <a:lnTo>
                  <a:pt x="200" y="434"/>
                </a:lnTo>
                <a:lnTo>
                  <a:pt x="206" y="432"/>
                </a:lnTo>
                <a:lnTo>
                  <a:pt x="212" y="430"/>
                </a:lnTo>
                <a:lnTo>
                  <a:pt x="218" y="428"/>
                </a:lnTo>
                <a:lnTo>
                  <a:pt x="224" y="425"/>
                </a:lnTo>
                <a:lnTo>
                  <a:pt x="230" y="422"/>
                </a:lnTo>
                <a:lnTo>
                  <a:pt x="241" y="414"/>
                </a:lnTo>
                <a:lnTo>
                  <a:pt x="250" y="405"/>
                </a:lnTo>
                <a:lnTo>
                  <a:pt x="260" y="396"/>
                </a:lnTo>
                <a:lnTo>
                  <a:pt x="268" y="385"/>
                </a:lnTo>
                <a:lnTo>
                  <a:pt x="271" y="270"/>
                </a:lnTo>
                <a:lnTo>
                  <a:pt x="264" y="269"/>
                </a:lnTo>
                <a:lnTo>
                  <a:pt x="251" y="268"/>
                </a:lnTo>
                <a:lnTo>
                  <a:pt x="361" y="5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2" name="Freeform 36"/>
          <p:cNvSpPr>
            <a:spLocks/>
          </p:cNvSpPr>
          <p:nvPr/>
        </p:nvSpPr>
        <p:spPr bwMode="auto">
          <a:xfrm>
            <a:off x="9437690" y="989015"/>
            <a:ext cx="606425" cy="1074737"/>
          </a:xfrm>
          <a:custGeom>
            <a:avLst/>
            <a:gdLst>
              <a:gd name="T0" fmla="*/ 2147483647 w 423"/>
              <a:gd name="T1" fmla="*/ 2147483647 h 717"/>
              <a:gd name="T2" fmla="*/ 2147483647 w 423"/>
              <a:gd name="T3" fmla="*/ 2147483647 h 717"/>
              <a:gd name="T4" fmla="*/ 2147483647 w 423"/>
              <a:gd name="T5" fmla="*/ 2147483647 h 717"/>
              <a:gd name="T6" fmla="*/ 2147483647 w 423"/>
              <a:gd name="T7" fmla="*/ 2147483647 h 717"/>
              <a:gd name="T8" fmla="*/ 2147483647 w 423"/>
              <a:gd name="T9" fmla="*/ 2147483647 h 717"/>
              <a:gd name="T10" fmla="*/ 2147483647 w 423"/>
              <a:gd name="T11" fmla="*/ 2147483647 h 717"/>
              <a:gd name="T12" fmla="*/ 2147483647 w 423"/>
              <a:gd name="T13" fmla="*/ 2147483647 h 717"/>
              <a:gd name="T14" fmla="*/ 2147483647 w 423"/>
              <a:gd name="T15" fmla="*/ 2147483647 h 717"/>
              <a:gd name="T16" fmla="*/ 2147483647 w 423"/>
              <a:gd name="T17" fmla="*/ 2147483647 h 717"/>
              <a:gd name="T18" fmla="*/ 2147483647 w 423"/>
              <a:gd name="T19" fmla="*/ 2147483647 h 717"/>
              <a:gd name="T20" fmla="*/ 2147483647 w 423"/>
              <a:gd name="T21" fmla="*/ 2147483647 h 717"/>
              <a:gd name="T22" fmla="*/ 2147483647 w 423"/>
              <a:gd name="T23" fmla="*/ 2147483647 h 717"/>
              <a:gd name="T24" fmla="*/ 2147483647 w 423"/>
              <a:gd name="T25" fmla="*/ 2147483647 h 717"/>
              <a:gd name="T26" fmla="*/ 2147483647 w 423"/>
              <a:gd name="T27" fmla="*/ 2147483647 h 717"/>
              <a:gd name="T28" fmla="*/ 2147483647 w 423"/>
              <a:gd name="T29" fmla="*/ 2147483647 h 717"/>
              <a:gd name="T30" fmla="*/ 2147483647 w 423"/>
              <a:gd name="T31" fmla="*/ 2147483647 h 717"/>
              <a:gd name="T32" fmla="*/ 0 w 423"/>
              <a:gd name="T33" fmla="*/ 2147483647 h 717"/>
              <a:gd name="T34" fmla="*/ 0 w 423"/>
              <a:gd name="T35" fmla="*/ 2147483647 h 717"/>
              <a:gd name="T36" fmla="*/ 2147483647 w 423"/>
              <a:gd name="T37" fmla="*/ 2147483647 h 717"/>
              <a:gd name="T38" fmla="*/ 2147483647 w 423"/>
              <a:gd name="T39" fmla="*/ 2147483647 h 717"/>
              <a:gd name="T40" fmla="*/ 2147483647 w 423"/>
              <a:gd name="T41" fmla="*/ 2147483647 h 717"/>
              <a:gd name="T42" fmla="*/ 2147483647 w 423"/>
              <a:gd name="T43" fmla="*/ 2147483647 h 717"/>
              <a:gd name="T44" fmla="*/ 2147483647 w 423"/>
              <a:gd name="T45" fmla="*/ 2147483647 h 717"/>
              <a:gd name="T46" fmla="*/ 2147483647 w 423"/>
              <a:gd name="T47" fmla="*/ 2147483647 h 717"/>
              <a:gd name="T48" fmla="*/ 2147483647 w 423"/>
              <a:gd name="T49" fmla="*/ 2147483647 h 717"/>
              <a:gd name="T50" fmla="*/ 2147483647 w 423"/>
              <a:gd name="T51" fmla="*/ 2147483647 h 717"/>
              <a:gd name="T52" fmla="*/ 2147483647 w 423"/>
              <a:gd name="T53" fmla="*/ 2147483647 h 717"/>
              <a:gd name="T54" fmla="*/ 2147483647 w 423"/>
              <a:gd name="T55" fmla="*/ 2147483647 h 717"/>
              <a:gd name="T56" fmla="*/ 2147483647 w 423"/>
              <a:gd name="T57" fmla="*/ 2147483647 h 717"/>
              <a:gd name="T58" fmla="*/ 2147483647 w 423"/>
              <a:gd name="T59" fmla="*/ 2147483647 h 717"/>
              <a:gd name="T60" fmla="*/ 2147483647 w 423"/>
              <a:gd name="T61" fmla="*/ 2147483647 h 717"/>
              <a:gd name="T62" fmla="*/ 2147483647 w 423"/>
              <a:gd name="T63" fmla="*/ 2147483647 h 717"/>
              <a:gd name="T64" fmla="*/ 2147483647 w 423"/>
              <a:gd name="T65" fmla="*/ 2147483647 h 717"/>
              <a:gd name="T66" fmla="*/ 2147483647 w 423"/>
              <a:gd name="T67" fmla="*/ 0 h 717"/>
              <a:gd name="T68" fmla="*/ 2147483647 w 423"/>
              <a:gd name="T69" fmla="*/ 2147483647 h 717"/>
              <a:gd name="T70" fmla="*/ 2147483647 w 423"/>
              <a:gd name="T71" fmla="*/ 2147483647 h 717"/>
              <a:gd name="T72" fmla="*/ 2147483647 w 423"/>
              <a:gd name="T73" fmla="*/ 2147483647 h 717"/>
              <a:gd name="T74" fmla="*/ 2147483647 w 423"/>
              <a:gd name="T75" fmla="*/ 2147483647 h 717"/>
              <a:gd name="T76" fmla="*/ 2147483647 w 423"/>
              <a:gd name="T77" fmla="*/ 2147483647 h 717"/>
              <a:gd name="T78" fmla="*/ 2147483647 w 423"/>
              <a:gd name="T79" fmla="*/ 2147483647 h 717"/>
              <a:gd name="T80" fmla="*/ 2147483647 w 423"/>
              <a:gd name="T81" fmla="*/ 2147483647 h 717"/>
              <a:gd name="T82" fmla="*/ 2147483647 w 423"/>
              <a:gd name="T83" fmla="*/ 2147483647 h 717"/>
              <a:gd name="T84" fmla="*/ 2147483647 w 423"/>
              <a:gd name="T85" fmla="*/ 2147483647 h 717"/>
              <a:gd name="T86" fmla="*/ 2147483647 w 423"/>
              <a:gd name="T87" fmla="*/ 2147483647 h 717"/>
              <a:gd name="T88" fmla="*/ 2147483647 w 423"/>
              <a:gd name="T89" fmla="*/ 2147483647 h 717"/>
              <a:gd name="T90" fmla="*/ 2147483647 w 423"/>
              <a:gd name="T91" fmla="*/ 2147483647 h 717"/>
              <a:gd name="T92" fmla="*/ 2147483647 w 423"/>
              <a:gd name="T93" fmla="*/ 2147483647 h 717"/>
              <a:gd name="T94" fmla="*/ 2147483647 w 423"/>
              <a:gd name="T95" fmla="*/ 2147483647 h 717"/>
              <a:gd name="T96" fmla="*/ 2147483647 w 423"/>
              <a:gd name="T97" fmla="*/ 2147483647 h 717"/>
              <a:gd name="T98" fmla="*/ 2147483647 w 423"/>
              <a:gd name="T99" fmla="*/ 2147483647 h 717"/>
              <a:gd name="T100" fmla="*/ 2147483647 w 423"/>
              <a:gd name="T101" fmla="*/ 2147483647 h 717"/>
              <a:gd name="T102" fmla="*/ 2147483647 w 423"/>
              <a:gd name="T103" fmla="*/ 2147483647 h 717"/>
              <a:gd name="T104" fmla="*/ 2147483647 w 423"/>
              <a:gd name="T105" fmla="*/ 2147483647 h 717"/>
              <a:gd name="T106" fmla="*/ 2147483647 w 423"/>
              <a:gd name="T107" fmla="*/ 2147483647 h 717"/>
              <a:gd name="T108" fmla="*/ 2147483647 w 423"/>
              <a:gd name="T109" fmla="*/ 2147483647 h 717"/>
              <a:gd name="T110" fmla="*/ 2147483647 w 423"/>
              <a:gd name="T111" fmla="*/ 2147483647 h 717"/>
              <a:gd name="T112" fmla="*/ 2147483647 w 423"/>
              <a:gd name="T113" fmla="*/ 2147483647 h 717"/>
              <a:gd name="T114" fmla="*/ 2147483647 w 423"/>
              <a:gd name="T115" fmla="*/ 2147483647 h 717"/>
              <a:gd name="T116" fmla="*/ 2147483647 w 423"/>
              <a:gd name="T117" fmla="*/ 2147483647 h 717"/>
              <a:gd name="T118" fmla="*/ 2147483647 w 423"/>
              <a:gd name="T119" fmla="*/ 2147483647 h 71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423" h="717">
                <a:moveTo>
                  <a:pt x="326" y="707"/>
                </a:moveTo>
                <a:lnTo>
                  <a:pt x="323" y="699"/>
                </a:lnTo>
                <a:lnTo>
                  <a:pt x="321" y="692"/>
                </a:lnTo>
                <a:lnTo>
                  <a:pt x="319" y="682"/>
                </a:lnTo>
                <a:lnTo>
                  <a:pt x="317" y="670"/>
                </a:lnTo>
                <a:lnTo>
                  <a:pt x="311" y="675"/>
                </a:lnTo>
                <a:lnTo>
                  <a:pt x="305" y="681"/>
                </a:lnTo>
                <a:lnTo>
                  <a:pt x="299" y="686"/>
                </a:lnTo>
                <a:lnTo>
                  <a:pt x="292" y="691"/>
                </a:lnTo>
                <a:lnTo>
                  <a:pt x="285" y="695"/>
                </a:lnTo>
                <a:lnTo>
                  <a:pt x="278" y="699"/>
                </a:lnTo>
                <a:lnTo>
                  <a:pt x="271" y="702"/>
                </a:lnTo>
                <a:lnTo>
                  <a:pt x="264" y="706"/>
                </a:lnTo>
                <a:lnTo>
                  <a:pt x="256" y="708"/>
                </a:lnTo>
                <a:lnTo>
                  <a:pt x="249" y="711"/>
                </a:lnTo>
                <a:lnTo>
                  <a:pt x="240" y="713"/>
                </a:lnTo>
                <a:lnTo>
                  <a:pt x="233" y="715"/>
                </a:lnTo>
                <a:lnTo>
                  <a:pt x="224" y="716"/>
                </a:lnTo>
                <a:lnTo>
                  <a:pt x="216" y="716"/>
                </a:lnTo>
                <a:lnTo>
                  <a:pt x="207" y="717"/>
                </a:lnTo>
                <a:lnTo>
                  <a:pt x="199" y="717"/>
                </a:lnTo>
                <a:lnTo>
                  <a:pt x="187" y="717"/>
                </a:lnTo>
                <a:lnTo>
                  <a:pt x="176" y="716"/>
                </a:lnTo>
                <a:lnTo>
                  <a:pt x="165" y="715"/>
                </a:lnTo>
                <a:lnTo>
                  <a:pt x="154" y="713"/>
                </a:lnTo>
                <a:lnTo>
                  <a:pt x="144" y="710"/>
                </a:lnTo>
                <a:lnTo>
                  <a:pt x="134" y="708"/>
                </a:lnTo>
                <a:lnTo>
                  <a:pt x="124" y="704"/>
                </a:lnTo>
                <a:lnTo>
                  <a:pt x="115" y="700"/>
                </a:lnTo>
                <a:lnTo>
                  <a:pt x="106" y="696"/>
                </a:lnTo>
                <a:lnTo>
                  <a:pt x="97" y="690"/>
                </a:lnTo>
                <a:lnTo>
                  <a:pt x="89" y="685"/>
                </a:lnTo>
                <a:lnTo>
                  <a:pt x="81" y="679"/>
                </a:lnTo>
                <a:lnTo>
                  <a:pt x="74" y="673"/>
                </a:lnTo>
                <a:lnTo>
                  <a:pt x="66" y="666"/>
                </a:lnTo>
                <a:lnTo>
                  <a:pt x="59" y="658"/>
                </a:lnTo>
                <a:lnTo>
                  <a:pt x="53" y="650"/>
                </a:lnTo>
                <a:lnTo>
                  <a:pt x="47" y="642"/>
                </a:lnTo>
                <a:lnTo>
                  <a:pt x="41" y="633"/>
                </a:lnTo>
                <a:lnTo>
                  <a:pt x="35" y="624"/>
                </a:lnTo>
                <a:lnTo>
                  <a:pt x="30" y="614"/>
                </a:lnTo>
                <a:lnTo>
                  <a:pt x="25" y="604"/>
                </a:lnTo>
                <a:lnTo>
                  <a:pt x="21" y="594"/>
                </a:lnTo>
                <a:lnTo>
                  <a:pt x="17" y="583"/>
                </a:lnTo>
                <a:lnTo>
                  <a:pt x="13" y="572"/>
                </a:lnTo>
                <a:lnTo>
                  <a:pt x="10" y="560"/>
                </a:lnTo>
                <a:lnTo>
                  <a:pt x="7" y="548"/>
                </a:lnTo>
                <a:lnTo>
                  <a:pt x="5" y="536"/>
                </a:lnTo>
                <a:lnTo>
                  <a:pt x="3" y="524"/>
                </a:lnTo>
                <a:lnTo>
                  <a:pt x="1" y="510"/>
                </a:lnTo>
                <a:lnTo>
                  <a:pt x="0" y="497"/>
                </a:lnTo>
                <a:lnTo>
                  <a:pt x="0" y="483"/>
                </a:lnTo>
                <a:lnTo>
                  <a:pt x="0" y="469"/>
                </a:lnTo>
                <a:lnTo>
                  <a:pt x="0" y="455"/>
                </a:lnTo>
                <a:lnTo>
                  <a:pt x="0" y="441"/>
                </a:lnTo>
                <a:lnTo>
                  <a:pt x="2" y="427"/>
                </a:lnTo>
                <a:lnTo>
                  <a:pt x="3" y="414"/>
                </a:lnTo>
                <a:lnTo>
                  <a:pt x="6" y="401"/>
                </a:lnTo>
                <a:lnTo>
                  <a:pt x="8" y="389"/>
                </a:lnTo>
                <a:lnTo>
                  <a:pt x="11" y="377"/>
                </a:lnTo>
                <a:lnTo>
                  <a:pt x="15" y="365"/>
                </a:lnTo>
                <a:lnTo>
                  <a:pt x="18" y="353"/>
                </a:lnTo>
                <a:lnTo>
                  <a:pt x="23" y="342"/>
                </a:lnTo>
                <a:lnTo>
                  <a:pt x="27" y="331"/>
                </a:lnTo>
                <a:lnTo>
                  <a:pt x="33" y="321"/>
                </a:lnTo>
                <a:lnTo>
                  <a:pt x="38" y="311"/>
                </a:lnTo>
                <a:lnTo>
                  <a:pt x="44" y="302"/>
                </a:lnTo>
                <a:lnTo>
                  <a:pt x="50" y="293"/>
                </a:lnTo>
                <a:lnTo>
                  <a:pt x="56" y="284"/>
                </a:lnTo>
                <a:lnTo>
                  <a:pt x="63" y="276"/>
                </a:lnTo>
                <a:lnTo>
                  <a:pt x="71" y="268"/>
                </a:lnTo>
                <a:lnTo>
                  <a:pt x="78" y="261"/>
                </a:lnTo>
                <a:lnTo>
                  <a:pt x="86" y="254"/>
                </a:lnTo>
                <a:lnTo>
                  <a:pt x="94" y="247"/>
                </a:lnTo>
                <a:lnTo>
                  <a:pt x="103" y="241"/>
                </a:lnTo>
                <a:lnTo>
                  <a:pt x="112" y="236"/>
                </a:lnTo>
                <a:lnTo>
                  <a:pt x="120" y="232"/>
                </a:lnTo>
                <a:lnTo>
                  <a:pt x="129" y="227"/>
                </a:lnTo>
                <a:lnTo>
                  <a:pt x="139" y="223"/>
                </a:lnTo>
                <a:lnTo>
                  <a:pt x="149" y="220"/>
                </a:lnTo>
                <a:lnTo>
                  <a:pt x="159" y="217"/>
                </a:lnTo>
                <a:lnTo>
                  <a:pt x="169" y="216"/>
                </a:lnTo>
                <a:lnTo>
                  <a:pt x="179" y="214"/>
                </a:lnTo>
                <a:lnTo>
                  <a:pt x="190" y="213"/>
                </a:lnTo>
                <a:lnTo>
                  <a:pt x="201" y="213"/>
                </a:lnTo>
                <a:lnTo>
                  <a:pt x="217" y="214"/>
                </a:lnTo>
                <a:lnTo>
                  <a:pt x="231" y="215"/>
                </a:lnTo>
                <a:lnTo>
                  <a:pt x="237" y="217"/>
                </a:lnTo>
                <a:lnTo>
                  <a:pt x="245" y="219"/>
                </a:lnTo>
                <a:lnTo>
                  <a:pt x="252" y="221"/>
                </a:lnTo>
                <a:lnTo>
                  <a:pt x="258" y="223"/>
                </a:lnTo>
                <a:lnTo>
                  <a:pt x="264" y="226"/>
                </a:lnTo>
                <a:lnTo>
                  <a:pt x="270" y="229"/>
                </a:lnTo>
                <a:lnTo>
                  <a:pt x="277" y="233"/>
                </a:lnTo>
                <a:lnTo>
                  <a:pt x="283" y="238"/>
                </a:lnTo>
                <a:lnTo>
                  <a:pt x="295" y="247"/>
                </a:lnTo>
                <a:lnTo>
                  <a:pt x="306" y="257"/>
                </a:lnTo>
                <a:lnTo>
                  <a:pt x="305" y="250"/>
                </a:lnTo>
                <a:lnTo>
                  <a:pt x="305" y="233"/>
                </a:lnTo>
                <a:lnTo>
                  <a:pt x="304" y="208"/>
                </a:lnTo>
                <a:lnTo>
                  <a:pt x="303" y="177"/>
                </a:lnTo>
                <a:lnTo>
                  <a:pt x="303" y="0"/>
                </a:lnTo>
                <a:lnTo>
                  <a:pt x="407" y="16"/>
                </a:lnTo>
                <a:lnTo>
                  <a:pt x="407" y="538"/>
                </a:lnTo>
                <a:lnTo>
                  <a:pt x="408" y="572"/>
                </a:lnTo>
                <a:lnTo>
                  <a:pt x="409" y="602"/>
                </a:lnTo>
                <a:lnTo>
                  <a:pt x="410" y="627"/>
                </a:lnTo>
                <a:lnTo>
                  <a:pt x="412" y="649"/>
                </a:lnTo>
                <a:lnTo>
                  <a:pt x="414" y="668"/>
                </a:lnTo>
                <a:lnTo>
                  <a:pt x="416" y="684"/>
                </a:lnTo>
                <a:lnTo>
                  <a:pt x="419" y="697"/>
                </a:lnTo>
                <a:lnTo>
                  <a:pt x="423" y="707"/>
                </a:lnTo>
                <a:lnTo>
                  <a:pt x="326" y="707"/>
                </a:lnTo>
                <a:lnTo>
                  <a:pt x="303" y="337"/>
                </a:lnTo>
                <a:lnTo>
                  <a:pt x="294" y="328"/>
                </a:lnTo>
                <a:lnTo>
                  <a:pt x="284" y="319"/>
                </a:lnTo>
                <a:lnTo>
                  <a:pt x="274" y="313"/>
                </a:lnTo>
                <a:lnTo>
                  <a:pt x="263" y="308"/>
                </a:lnTo>
                <a:lnTo>
                  <a:pt x="252" y="303"/>
                </a:lnTo>
                <a:lnTo>
                  <a:pt x="240" y="300"/>
                </a:lnTo>
                <a:lnTo>
                  <a:pt x="228" y="298"/>
                </a:lnTo>
                <a:lnTo>
                  <a:pt x="214" y="297"/>
                </a:lnTo>
                <a:lnTo>
                  <a:pt x="202" y="298"/>
                </a:lnTo>
                <a:lnTo>
                  <a:pt x="191" y="300"/>
                </a:lnTo>
                <a:lnTo>
                  <a:pt x="186" y="302"/>
                </a:lnTo>
                <a:lnTo>
                  <a:pt x="181" y="303"/>
                </a:lnTo>
                <a:lnTo>
                  <a:pt x="176" y="305"/>
                </a:lnTo>
                <a:lnTo>
                  <a:pt x="171" y="308"/>
                </a:lnTo>
                <a:lnTo>
                  <a:pt x="167" y="311"/>
                </a:lnTo>
                <a:lnTo>
                  <a:pt x="162" y="314"/>
                </a:lnTo>
                <a:lnTo>
                  <a:pt x="158" y="317"/>
                </a:lnTo>
                <a:lnTo>
                  <a:pt x="154" y="320"/>
                </a:lnTo>
                <a:lnTo>
                  <a:pt x="147" y="329"/>
                </a:lnTo>
                <a:lnTo>
                  <a:pt x="141" y="339"/>
                </a:lnTo>
                <a:lnTo>
                  <a:pt x="135" y="350"/>
                </a:lnTo>
                <a:lnTo>
                  <a:pt x="130" y="363"/>
                </a:lnTo>
                <a:lnTo>
                  <a:pt x="126" y="377"/>
                </a:lnTo>
                <a:lnTo>
                  <a:pt x="123" y="392"/>
                </a:lnTo>
                <a:lnTo>
                  <a:pt x="120" y="409"/>
                </a:lnTo>
                <a:lnTo>
                  <a:pt x="118" y="427"/>
                </a:lnTo>
                <a:lnTo>
                  <a:pt x="117" y="447"/>
                </a:lnTo>
                <a:lnTo>
                  <a:pt x="117" y="468"/>
                </a:lnTo>
                <a:lnTo>
                  <a:pt x="117" y="488"/>
                </a:lnTo>
                <a:lnTo>
                  <a:pt x="117" y="506"/>
                </a:lnTo>
                <a:lnTo>
                  <a:pt x="119" y="523"/>
                </a:lnTo>
                <a:lnTo>
                  <a:pt x="121" y="538"/>
                </a:lnTo>
                <a:lnTo>
                  <a:pt x="124" y="553"/>
                </a:lnTo>
                <a:lnTo>
                  <a:pt x="128" y="566"/>
                </a:lnTo>
                <a:lnTo>
                  <a:pt x="132" y="578"/>
                </a:lnTo>
                <a:lnTo>
                  <a:pt x="138" y="589"/>
                </a:lnTo>
                <a:lnTo>
                  <a:pt x="141" y="594"/>
                </a:lnTo>
                <a:lnTo>
                  <a:pt x="144" y="599"/>
                </a:lnTo>
                <a:lnTo>
                  <a:pt x="147" y="603"/>
                </a:lnTo>
                <a:lnTo>
                  <a:pt x="151" y="607"/>
                </a:lnTo>
                <a:lnTo>
                  <a:pt x="155" y="610"/>
                </a:lnTo>
                <a:lnTo>
                  <a:pt x="159" y="614"/>
                </a:lnTo>
                <a:lnTo>
                  <a:pt x="164" y="617"/>
                </a:lnTo>
                <a:lnTo>
                  <a:pt x="168" y="619"/>
                </a:lnTo>
                <a:lnTo>
                  <a:pt x="173" y="622"/>
                </a:lnTo>
                <a:lnTo>
                  <a:pt x="179" y="623"/>
                </a:lnTo>
                <a:lnTo>
                  <a:pt x="185" y="626"/>
                </a:lnTo>
                <a:lnTo>
                  <a:pt x="190" y="627"/>
                </a:lnTo>
                <a:lnTo>
                  <a:pt x="203" y="629"/>
                </a:lnTo>
                <a:lnTo>
                  <a:pt x="217" y="629"/>
                </a:lnTo>
                <a:lnTo>
                  <a:pt x="225" y="629"/>
                </a:lnTo>
                <a:lnTo>
                  <a:pt x="232" y="629"/>
                </a:lnTo>
                <a:lnTo>
                  <a:pt x="239" y="627"/>
                </a:lnTo>
                <a:lnTo>
                  <a:pt x="246" y="626"/>
                </a:lnTo>
                <a:lnTo>
                  <a:pt x="252" y="623"/>
                </a:lnTo>
                <a:lnTo>
                  <a:pt x="258" y="621"/>
                </a:lnTo>
                <a:lnTo>
                  <a:pt x="264" y="618"/>
                </a:lnTo>
                <a:lnTo>
                  <a:pt x="269" y="615"/>
                </a:lnTo>
                <a:lnTo>
                  <a:pt x="280" y="608"/>
                </a:lnTo>
                <a:lnTo>
                  <a:pt x="289" y="600"/>
                </a:lnTo>
                <a:lnTo>
                  <a:pt x="297" y="592"/>
                </a:lnTo>
                <a:lnTo>
                  <a:pt x="303" y="583"/>
                </a:lnTo>
                <a:lnTo>
                  <a:pt x="303" y="337"/>
                </a:lnTo>
                <a:lnTo>
                  <a:pt x="326" y="7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3" name="Freeform 37"/>
          <p:cNvSpPr>
            <a:spLocks/>
          </p:cNvSpPr>
          <p:nvPr/>
        </p:nvSpPr>
        <p:spPr bwMode="auto">
          <a:xfrm>
            <a:off x="10217152" y="1303338"/>
            <a:ext cx="574675" cy="768350"/>
          </a:xfrm>
          <a:custGeom>
            <a:avLst/>
            <a:gdLst>
              <a:gd name="T0" fmla="*/ 2147483647 w 401"/>
              <a:gd name="T1" fmla="*/ 2147483647 h 512"/>
              <a:gd name="T2" fmla="*/ 2147483647 w 401"/>
              <a:gd name="T3" fmla="*/ 2147483647 h 512"/>
              <a:gd name="T4" fmla="*/ 2147483647 w 401"/>
              <a:gd name="T5" fmla="*/ 2147483647 h 512"/>
              <a:gd name="T6" fmla="*/ 2147483647 w 401"/>
              <a:gd name="T7" fmla="*/ 2147483647 h 512"/>
              <a:gd name="T8" fmla="*/ 2147483647 w 401"/>
              <a:gd name="T9" fmla="*/ 2147483647 h 512"/>
              <a:gd name="T10" fmla="*/ 2147483647 w 401"/>
              <a:gd name="T11" fmla="*/ 2147483647 h 512"/>
              <a:gd name="T12" fmla="*/ 2147483647 w 401"/>
              <a:gd name="T13" fmla="*/ 2147483647 h 512"/>
              <a:gd name="T14" fmla="*/ 2147483647 w 401"/>
              <a:gd name="T15" fmla="*/ 2147483647 h 512"/>
              <a:gd name="T16" fmla="*/ 2147483647 w 401"/>
              <a:gd name="T17" fmla="*/ 2147483647 h 512"/>
              <a:gd name="T18" fmla="*/ 2147483647 w 401"/>
              <a:gd name="T19" fmla="*/ 2147483647 h 512"/>
              <a:gd name="T20" fmla="*/ 2147483647 w 401"/>
              <a:gd name="T21" fmla="*/ 2147483647 h 512"/>
              <a:gd name="T22" fmla="*/ 2147483647 w 401"/>
              <a:gd name="T23" fmla="*/ 2147483647 h 512"/>
              <a:gd name="T24" fmla="*/ 2147483647 w 401"/>
              <a:gd name="T25" fmla="*/ 2147483647 h 512"/>
              <a:gd name="T26" fmla="*/ 2147483647 w 401"/>
              <a:gd name="T27" fmla="*/ 2147483647 h 512"/>
              <a:gd name="T28" fmla="*/ 2147483647 w 401"/>
              <a:gd name="T29" fmla="*/ 2147483647 h 512"/>
              <a:gd name="T30" fmla="*/ 2147483647 w 401"/>
              <a:gd name="T31" fmla="*/ 2147483647 h 512"/>
              <a:gd name="T32" fmla="*/ 2147483647 w 401"/>
              <a:gd name="T33" fmla="*/ 2147483647 h 512"/>
              <a:gd name="T34" fmla="*/ 2147483647 w 401"/>
              <a:gd name="T35" fmla="*/ 2147483647 h 512"/>
              <a:gd name="T36" fmla="*/ 2147483647 w 401"/>
              <a:gd name="T37" fmla="*/ 2147483647 h 512"/>
              <a:gd name="T38" fmla="*/ 2147483647 w 401"/>
              <a:gd name="T39" fmla="*/ 2147483647 h 512"/>
              <a:gd name="T40" fmla="*/ 2147483647 w 401"/>
              <a:gd name="T41" fmla="*/ 2147483647 h 512"/>
              <a:gd name="T42" fmla="*/ 2147483647 w 401"/>
              <a:gd name="T43" fmla="*/ 2147483647 h 512"/>
              <a:gd name="T44" fmla="*/ 2147483647 w 401"/>
              <a:gd name="T45" fmla="*/ 2147483647 h 512"/>
              <a:gd name="T46" fmla="*/ 0 w 401"/>
              <a:gd name="T47" fmla="*/ 2147483647 h 512"/>
              <a:gd name="T48" fmla="*/ 0 w 401"/>
              <a:gd name="T49" fmla="*/ 2147483647 h 512"/>
              <a:gd name="T50" fmla="*/ 2147483647 w 401"/>
              <a:gd name="T51" fmla="*/ 2147483647 h 512"/>
              <a:gd name="T52" fmla="*/ 2147483647 w 401"/>
              <a:gd name="T53" fmla="*/ 2147483647 h 512"/>
              <a:gd name="T54" fmla="*/ 2147483647 w 401"/>
              <a:gd name="T55" fmla="*/ 2147483647 h 512"/>
              <a:gd name="T56" fmla="*/ 2147483647 w 401"/>
              <a:gd name="T57" fmla="*/ 2147483647 h 512"/>
              <a:gd name="T58" fmla="*/ 2147483647 w 401"/>
              <a:gd name="T59" fmla="*/ 2147483647 h 512"/>
              <a:gd name="T60" fmla="*/ 2147483647 w 401"/>
              <a:gd name="T61" fmla="*/ 2147483647 h 512"/>
              <a:gd name="T62" fmla="*/ 2147483647 w 401"/>
              <a:gd name="T63" fmla="*/ 2147483647 h 512"/>
              <a:gd name="T64" fmla="*/ 2147483647 w 401"/>
              <a:gd name="T65" fmla="*/ 2147483647 h 512"/>
              <a:gd name="T66" fmla="*/ 2147483647 w 401"/>
              <a:gd name="T67" fmla="*/ 2147483647 h 512"/>
              <a:gd name="T68" fmla="*/ 2147483647 w 401"/>
              <a:gd name="T69" fmla="*/ 2147483647 h 512"/>
              <a:gd name="T70" fmla="*/ 2147483647 w 401"/>
              <a:gd name="T71" fmla="*/ 2147483647 h 512"/>
              <a:gd name="T72" fmla="*/ 2147483647 w 401"/>
              <a:gd name="T73" fmla="*/ 2147483647 h 512"/>
              <a:gd name="T74" fmla="*/ 2147483647 w 401"/>
              <a:gd name="T75" fmla="*/ 2147483647 h 512"/>
              <a:gd name="T76" fmla="*/ 2147483647 w 401"/>
              <a:gd name="T77" fmla="*/ 2147483647 h 512"/>
              <a:gd name="T78" fmla="*/ 2147483647 w 401"/>
              <a:gd name="T79" fmla="*/ 2147483647 h 512"/>
              <a:gd name="T80" fmla="*/ 2147483647 w 401"/>
              <a:gd name="T81" fmla="*/ 2147483647 h 512"/>
              <a:gd name="T82" fmla="*/ 2147483647 w 401"/>
              <a:gd name="T83" fmla="*/ 0 h 512"/>
              <a:gd name="T84" fmla="*/ 2147483647 w 401"/>
              <a:gd name="T85" fmla="*/ 2147483647 h 512"/>
              <a:gd name="T86" fmla="*/ 2147483647 w 401"/>
              <a:gd name="T87" fmla="*/ 2147483647 h 512"/>
              <a:gd name="T88" fmla="*/ 2147483647 w 401"/>
              <a:gd name="T89" fmla="*/ 2147483647 h 512"/>
              <a:gd name="T90" fmla="*/ 2147483647 w 401"/>
              <a:gd name="T91" fmla="*/ 2147483647 h 512"/>
              <a:gd name="T92" fmla="*/ 2147483647 w 401"/>
              <a:gd name="T93" fmla="*/ 2147483647 h 512"/>
              <a:gd name="T94" fmla="*/ 2147483647 w 401"/>
              <a:gd name="T95" fmla="*/ 2147483647 h 512"/>
              <a:gd name="T96" fmla="*/ 2147483647 w 401"/>
              <a:gd name="T97" fmla="*/ 2147483647 h 51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01" h="512">
                <a:moveTo>
                  <a:pt x="328" y="512"/>
                </a:moveTo>
                <a:lnTo>
                  <a:pt x="321" y="506"/>
                </a:lnTo>
                <a:lnTo>
                  <a:pt x="314" y="500"/>
                </a:lnTo>
                <a:lnTo>
                  <a:pt x="308" y="494"/>
                </a:lnTo>
                <a:lnTo>
                  <a:pt x="302" y="487"/>
                </a:lnTo>
                <a:lnTo>
                  <a:pt x="298" y="479"/>
                </a:lnTo>
                <a:lnTo>
                  <a:pt x="293" y="471"/>
                </a:lnTo>
                <a:lnTo>
                  <a:pt x="290" y="462"/>
                </a:lnTo>
                <a:lnTo>
                  <a:pt x="286" y="452"/>
                </a:lnTo>
                <a:lnTo>
                  <a:pt x="279" y="460"/>
                </a:lnTo>
                <a:lnTo>
                  <a:pt x="272" y="466"/>
                </a:lnTo>
                <a:lnTo>
                  <a:pt x="265" y="472"/>
                </a:lnTo>
                <a:lnTo>
                  <a:pt x="258" y="478"/>
                </a:lnTo>
                <a:lnTo>
                  <a:pt x="249" y="483"/>
                </a:lnTo>
                <a:lnTo>
                  <a:pt x="241" y="489"/>
                </a:lnTo>
                <a:lnTo>
                  <a:pt x="233" y="493"/>
                </a:lnTo>
                <a:lnTo>
                  <a:pt x="225" y="497"/>
                </a:lnTo>
                <a:lnTo>
                  <a:pt x="216" y="500"/>
                </a:lnTo>
                <a:lnTo>
                  <a:pt x="207" y="503"/>
                </a:lnTo>
                <a:lnTo>
                  <a:pt x="197" y="506"/>
                </a:lnTo>
                <a:lnTo>
                  <a:pt x="187" y="508"/>
                </a:lnTo>
                <a:lnTo>
                  <a:pt x="178" y="509"/>
                </a:lnTo>
                <a:lnTo>
                  <a:pt x="168" y="510"/>
                </a:lnTo>
                <a:lnTo>
                  <a:pt x="158" y="511"/>
                </a:lnTo>
                <a:lnTo>
                  <a:pt x="148" y="512"/>
                </a:lnTo>
                <a:lnTo>
                  <a:pt x="138" y="511"/>
                </a:lnTo>
                <a:lnTo>
                  <a:pt x="128" y="510"/>
                </a:lnTo>
                <a:lnTo>
                  <a:pt x="118" y="509"/>
                </a:lnTo>
                <a:lnTo>
                  <a:pt x="109" y="508"/>
                </a:lnTo>
                <a:lnTo>
                  <a:pt x="100" y="506"/>
                </a:lnTo>
                <a:lnTo>
                  <a:pt x="92" y="503"/>
                </a:lnTo>
                <a:lnTo>
                  <a:pt x="84" y="501"/>
                </a:lnTo>
                <a:lnTo>
                  <a:pt x="76" y="498"/>
                </a:lnTo>
                <a:lnTo>
                  <a:pt x="68" y="495"/>
                </a:lnTo>
                <a:lnTo>
                  <a:pt x="61" y="492"/>
                </a:lnTo>
                <a:lnTo>
                  <a:pt x="54" y="487"/>
                </a:lnTo>
                <a:lnTo>
                  <a:pt x="48" y="483"/>
                </a:lnTo>
                <a:lnTo>
                  <a:pt x="42" y="479"/>
                </a:lnTo>
                <a:lnTo>
                  <a:pt x="37" y="474"/>
                </a:lnTo>
                <a:lnTo>
                  <a:pt x="32" y="468"/>
                </a:lnTo>
                <a:lnTo>
                  <a:pt x="27" y="463"/>
                </a:lnTo>
                <a:lnTo>
                  <a:pt x="20" y="454"/>
                </a:lnTo>
                <a:lnTo>
                  <a:pt x="15" y="444"/>
                </a:lnTo>
                <a:lnTo>
                  <a:pt x="10" y="433"/>
                </a:lnTo>
                <a:lnTo>
                  <a:pt x="6" y="420"/>
                </a:lnTo>
                <a:lnTo>
                  <a:pt x="3" y="405"/>
                </a:lnTo>
                <a:lnTo>
                  <a:pt x="1" y="389"/>
                </a:lnTo>
                <a:lnTo>
                  <a:pt x="0" y="369"/>
                </a:lnTo>
                <a:lnTo>
                  <a:pt x="0" y="349"/>
                </a:lnTo>
                <a:lnTo>
                  <a:pt x="0" y="19"/>
                </a:lnTo>
                <a:lnTo>
                  <a:pt x="103" y="0"/>
                </a:lnTo>
                <a:lnTo>
                  <a:pt x="103" y="325"/>
                </a:lnTo>
                <a:lnTo>
                  <a:pt x="104" y="347"/>
                </a:lnTo>
                <a:lnTo>
                  <a:pt x="106" y="367"/>
                </a:lnTo>
                <a:lnTo>
                  <a:pt x="108" y="376"/>
                </a:lnTo>
                <a:lnTo>
                  <a:pt x="109" y="385"/>
                </a:lnTo>
                <a:lnTo>
                  <a:pt x="112" y="393"/>
                </a:lnTo>
                <a:lnTo>
                  <a:pt x="116" y="400"/>
                </a:lnTo>
                <a:lnTo>
                  <a:pt x="120" y="407"/>
                </a:lnTo>
                <a:lnTo>
                  <a:pt x="125" y="413"/>
                </a:lnTo>
                <a:lnTo>
                  <a:pt x="131" y="418"/>
                </a:lnTo>
                <a:lnTo>
                  <a:pt x="137" y="422"/>
                </a:lnTo>
                <a:lnTo>
                  <a:pt x="145" y="425"/>
                </a:lnTo>
                <a:lnTo>
                  <a:pt x="154" y="428"/>
                </a:lnTo>
                <a:lnTo>
                  <a:pt x="164" y="429"/>
                </a:lnTo>
                <a:lnTo>
                  <a:pt x="175" y="430"/>
                </a:lnTo>
                <a:lnTo>
                  <a:pt x="182" y="430"/>
                </a:lnTo>
                <a:lnTo>
                  <a:pt x="188" y="428"/>
                </a:lnTo>
                <a:lnTo>
                  <a:pt x="195" y="427"/>
                </a:lnTo>
                <a:lnTo>
                  <a:pt x="202" y="425"/>
                </a:lnTo>
                <a:lnTo>
                  <a:pt x="209" y="422"/>
                </a:lnTo>
                <a:lnTo>
                  <a:pt x="216" y="419"/>
                </a:lnTo>
                <a:lnTo>
                  <a:pt x="222" y="416"/>
                </a:lnTo>
                <a:lnTo>
                  <a:pt x="229" y="411"/>
                </a:lnTo>
                <a:lnTo>
                  <a:pt x="236" y="407"/>
                </a:lnTo>
                <a:lnTo>
                  <a:pt x="242" y="401"/>
                </a:lnTo>
                <a:lnTo>
                  <a:pt x="248" y="396"/>
                </a:lnTo>
                <a:lnTo>
                  <a:pt x="253" y="391"/>
                </a:lnTo>
                <a:lnTo>
                  <a:pt x="258" y="385"/>
                </a:lnTo>
                <a:lnTo>
                  <a:pt x="262" y="379"/>
                </a:lnTo>
                <a:lnTo>
                  <a:pt x="266" y="373"/>
                </a:lnTo>
                <a:lnTo>
                  <a:pt x="269" y="366"/>
                </a:lnTo>
                <a:lnTo>
                  <a:pt x="269" y="19"/>
                </a:lnTo>
                <a:lnTo>
                  <a:pt x="372" y="0"/>
                </a:lnTo>
                <a:lnTo>
                  <a:pt x="372" y="366"/>
                </a:lnTo>
                <a:lnTo>
                  <a:pt x="372" y="378"/>
                </a:lnTo>
                <a:lnTo>
                  <a:pt x="373" y="391"/>
                </a:lnTo>
                <a:lnTo>
                  <a:pt x="374" y="401"/>
                </a:lnTo>
                <a:lnTo>
                  <a:pt x="376" y="411"/>
                </a:lnTo>
                <a:lnTo>
                  <a:pt x="378" y="420"/>
                </a:lnTo>
                <a:lnTo>
                  <a:pt x="380" y="428"/>
                </a:lnTo>
                <a:lnTo>
                  <a:pt x="383" y="435"/>
                </a:lnTo>
                <a:lnTo>
                  <a:pt x="386" y="442"/>
                </a:lnTo>
                <a:lnTo>
                  <a:pt x="392" y="451"/>
                </a:lnTo>
                <a:lnTo>
                  <a:pt x="396" y="457"/>
                </a:lnTo>
                <a:lnTo>
                  <a:pt x="400" y="461"/>
                </a:lnTo>
                <a:lnTo>
                  <a:pt x="401" y="463"/>
                </a:lnTo>
                <a:lnTo>
                  <a:pt x="328" y="5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4" name="Freeform 38"/>
          <p:cNvSpPr>
            <a:spLocks/>
          </p:cNvSpPr>
          <p:nvPr/>
        </p:nvSpPr>
        <p:spPr bwMode="auto">
          <a:xfrm>
            <a:off x="10909302" y="1301750"/>
            <a:ext cx="595313" cy="776288"/>
          </a:xfrm>
          <a:custGeom>
            <a:avLst/>
            <a:gdLst>
              <a:gd name="T0" fmla="*/ 2147483647 w 416"/>
              <a:gd name="T1" fmla="*/ 2147483647 h 518"/>
              <a:gd name="T2" fmla="*/ 2147483647 w 416"/>
              <a:gd name="T3" fmla="*/ 2147483647 h 518"/>
              <a:gd name="T4" fmla="*/ 2147483647 w 416"/>
              <a:gd name="T5" fmla="*/ 2147483647 h 518"/>
              <a:gd name="T6" fmla="*/ 2147483647 w 416"/>
              <a:gd name="T7" fmla="*/ 2147483647 h 518"/>
              <a:gd name="T8" fmla="*/ 2147483647 w 416"/>
              <a:gd name="T9" fmla="*/ 2147483647 h 518"/>
              <a:gd name="T10" fmla="*/ 2147483647 w 416"/>
              <a:gd name="T11" fmla="*/ 2147483647 h 518"/>
              <a:gd name="T12" fmla="*/ 2147483647 w 416"/>
              <a:gd name="T13" fmla="*/ 2147483647 h 518"/>
              <a:gd name="T14" fmla="*/ 2147483647 w 416"/>
              <a:gd name="T15" fmla="*/ 2147483647 h 518"/>
              <a:gd name="T16" fmla="*/ 2147483647 w 416"/>
              <a:gd name="T17" fmla="*/ 2147483647 h 518"/>
              <a:gd name="T18" fmla="*/ 2147483647 w 416"/>
              <a:gd name="T19" fmla="*/ 2147483647 h 518"/>
              <a:gd name="T20" fmla="*/ 2147483647 w 416"/>
              <a:gd name="T21" fmla="*/ 2147483647 h 518"/>
              <a:gd name="T22" fmla="*/ 2147483647 w 416"/>
              <a:gd name="T23" fmla="*/ 2147483647 h 518"/>
              <a:gd name="T24" fmla="*/ 0 w 416"/>
              <a:gd name="T25" fmla="*/ 2147483647 h 518"/>
              <a:gd name="T26" fmla="*/ 2147483647 w 416"/>
              <a:gd name="T27" fmla="*/ 2147483647 h 518"/>
              <a:gd name="T28" fmla="*/ 2147483647 w 416"/>
              <a:gd name="T29" fmla="*/ 2147483647 h 518"/>
              <a:gd name="T30" fmla="*/ 2147483647 w 416"/>
              <a:gd name="T31" fmla="*/ 2147483647 h 518"/>
              <a:gd name="T32" fmla="*/ 2147483647 w 416"/>
              <a:gd name="T33" fmla="*/ 2147483647 h 518"/>
              <a:gd name="T34" fmla="*/ 2147483647 w 416"/>
              <a:gd name="T35" fmla="*/ 2147483647 h 518"/>
              <a:gd name="T36" fmla="*/ 2147483647 w 416"/>
              <a:gd name="T37" fmla="*/ 2147483647 h 518"/>
              <a:gd name="T38" fmla="*/ 2147483647 w 416"/>
              <a:gd name="T39" fmla="*/ 2147483647 h 518"/>
              <a:gd name="T40" fmla="*/ 2147483647 w 416"/>
              <a:gd name="T41" fmla="*/ 2147483647 h 518"/>
              <a:gd name="T42" fmla="*/ 2147483647 w 416"/>
              <a:gd name="T43" fmla="*/ 2147483647 h 518"/>
              <a:gd name="T44" fmla="*/ 2147483647 w 416"/>
              <a:gd name="T45" fmla="*/ 2147483647 h 518"/>
              <a:gd name="T46" fmla="*/ 2147483647 w 416"/>
              <a:gd name="T47" fmla="*/ 2147483647 h 518"/>
              <a:gd name="T48" fmla="*/ 2147483647 w 416"/>
              <a:gd name="T49" fmla="*/ 2147483647 h 518"/>
              <a:gd name="T50" fmla="*/ 2147483647 w 416"/>
              <a:gd name="T51" fmla="*/ 2147483647 h 518"/>
              <a:gd name="T52" fmla="*/ 2147483647 w 416"/>
              <a:gd name="T53" fmla="*/ 2147483647 h 518"/>
              <a:gd name="T54" fmla="*/ 2147483647 w 416"/>
              <a:gd name="T55" fmla="*/ 2147483647 h 518"/>
              <a:gd name="T56" fmla="*/ 2147483647 w 416"/>
              <a:gd name="T57" fmla="*/ 2147483647 h 518"/>
              <a:gd name="T58" fmla="*/ 2147483647 w 416"/>
              <a:gd name="T59" fmla="*/ 2147483647 h 518"/>
              <a:gd name="T60" fmla="*/ 2147483647 w 416"/>
              <a:gd name="T61" fmla="*/ 2147483647 h 518"/>
              <a:gd name="T62" fmla="*/ 2147483647 w 416"/>
              <a:gd name="T63" fmla="*/ 0 h 518"/>
              <a:gd name="T64" fmla="*/ 2147483647 w 416"/>
              <a:gd name="T65" fmla="*/ 2147483647 h 518"/>
              <a:gd name="T66" fmla="*/ 2147483647 w 416"/>
              <a:gd name="T67" fmla="*/ 2147483647 h 518"/>
              <a:gd name="T68" fmla="*/ 2147483647 w 416"/>
              <a:gd name="T69" fmla="*/ 2147483647 h 518"/>
              <a:gd name="T70" fmla="*/ 2147483647 w 416"/>
              <a:gd name="T71" fmla="*/ 2147483647 h 518"/>
              <a:gd name="T72" fmla="*/ 2147483647 w 416"/>
              <a:gd name="T73" fmla="*/ 2147483647 h 518"/>
              <a:gd name="T74" fmla="*/ 2147483647 w 416"/>
              <a:gd name="T75" fmla="*/ 2147483647 h 518"/>
              <a:gd name="T76" fmla="*/ 2147483647 w 416"/>
              <a:gd name="T77" fmla="*/ 2147483647 h 518"/>
              <a:gd name="T78" fmla="*/ 2147483647 w 416"/>
              <a:gd name="T79" fmla="*/ 2147483647 h 518"/>
              <a:gd name="T80" fmla="*/ 2147483647 w 416"/>
              <a:gd name="T81" fmla="*/ 2147483647 h 518"/>
              <a:gd name="T82" fmla="*/ 2147483647 w 416"/>
              <a:gd name="T83" fmla="*/ 2147483647 h 518"/>
              <a:gd name="T84" fmla="*/ 2147483647 w 416"/>
              <a:gd name="T85" fmla="*/ 2147483647 h 518"/>
              <a:gd name="T86" fmla="*/ 2147483647 w 416"/>
              <a:gd name="T87" fmla="*/ 2147483647 h 518"/>
              <a:gd name="T88" fmla="*/ 2147483647 w 416"/>
              <a:gd name="T89" fmla="*/ 2147483647 h 518"/>
              <a:gd name="T90" fmla="*/ 2147483647 w 416"/>
              <a:gd name="T91" fmla="*/ 2147483647 h 518"/>
              <a:gd name="T92" fmla="*/ 2147483647 w 416"/>
              <a:gd name="T93" fmla="*/ 2147483647 h 518"/>
              <a:gd name="T94" fmla="*/ 2147483647 w 416"/>
              <a:gd name="T95" fmla="*/ 2147483647 h 518"/>
              <a:gd name="T96" fmla="*/ 2147483647 w 416"/>
              <a:gd name="T97" fmla="*/ 2147483647 h 518"/>
              <a:gd name="T98" fmla="*/ 2147483647 w 416"/>
              <a:gd name="T99" fmla="*/ 2147483647 h 518"/>
              <a:gd name="T100" fmla="*/ 2147483647 w 416"/>
              <a:gd name="T101" fmla="*/ 2147483647 h 518"/>
              <a:gd name="T102" fmla="*/ 2147483647 w 416"/>
              <a:gd name="T103" fmla="*/ 2147483647 h 518"/>
              <a:gd name="T104" fmla="*/ 2147483647 w 416"/>
              <a:gd name="T105" fmla="*/ 2147483647 h 518"/>
              <a:gd name="T106" fmla="*/ 2147483647 w 416"/>
              <a:gd name="T107" fmla="*/ 2147483647 h 518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16" h="518">
                <a:moveTo>
                  <a:pt x="360" y="518"/>
                </a:moveTo>
                <a:lnTo>
                  <a:pt x="350" y="513"/>
                </a:lnTo>
                <a:lnTo>
                  <a:pt x="340" y="507"/>
                </a:lnTo>
                <a:lnTo>
                  <a:pt x="330" y="501"/>
                </a:lnTo>
                <a:lnTo>
                  <a:pt x="321" y="493"/>
                </a:lnTo>
                <a:lnTo>
                  <a:pt x="313" y="484"/>
                </a:lnTo>
                <a:lnTo>
                  <a:pt x="305" y="475"/>
                </a:lnTo>
                <a:lnTo>
                  <a:pt x="299" y="464"/>
                </a:lnTo>
                <a:lnTo>
                  <a:pt x="294" y="453"/>
                </a:lnTo>
                <a:lnTo>
                  <a:pt x="287" y="461"/>
                </a:lnTo>
                <a:lnTo>
                  <a:pt x="279" y="468"/>
                </a:lnTo>
                <a:lnTo>
                  <a:pt x="272" y="475"/>
                </a:lnTo>
                <a:lnTo>
                  <a:pt x="264" y="481"/>
                </a:lnTo>
                <a:lnTo>
                  <a:pt x="256" y="487"/>
                </a:lnTo>
                <a:lnTo>
                  <a:pt x="249" y="491"/>
                </a:lnTo>
                <a:lnTo>
                  <a:pt x="240" y="496"/>
                </a:lnTo>
                <a:lnTo>
                  <a:pt x="232" y="499"/>
                </a:lnTo>
                <a:lnTo>
                  <a:pt x="224" y="502"/>
                </a:lnTo>
                <a:lnTo>
                  <a:pt x="216" y="505"/>
                </a:lnTo>
                <a:lnTo>
                  <a:pt x="207" y="507"/>
                </a:lnTo>
                <a:lnTo>
                  <a:pt x="198" y="509"/>
                </a:lnTo>
                <a:lnTo>
                  <a:pt x="189" y="510"/>
                </a:lnTo>
                <a:lnTo>
                  <a:pt x="180" y="512"/>
                </a:lnTo>
                <a:lnTo>
                  <a:pt x="170" y="512"/>
                </a:lnTo>
                <a:lnTo>
                  <a:pt x="161" y="513"/>
                </a:lnTo>
                <a:lnTo>
                  <a:pt x="141" y="512"/>
                </a:lnTo>
                <a:lnTo>
                  <a:pt x="122" y="510"/>
                </a:lnTo>
                <a:lnTo>
                  <a:pt x="113" y="508"/>
                </a:lnTo>
                <a:lnTo>
                  <a:pt x="105" y="506"/>
                </a:lnTo>
                <a:lnTo>
                  <a:pt x="97" y="504"/>
                </a:lnTo>
                <a:lnTo>
                  <a:pt x="88" y="501"/>
                </a:lnTo>
                <a:lnTo>
                  <a:pt x="81" y="499"/>
                </a:lnTo>
                <a:lnTo>
                  <a:pt x="74" y="496"/>
                </a:lnTo>
                <a:lnTo>
                  <a:pt x="68" y="492"/>
                </a:lnTo>
                <a:lnTo>
                  <a:pt x="61" y="489"/>
                </a:lnTo>
                <a:lnTo>
                  <a:pt x="55" y="484"/>
                </a:lnTo>
                <a:lnTo>
                  <a:pt x="49" y="481"/>
                </a:lnTo>
                <a:lnTo>
                  <a:pt x="44" y="476"/>
                </a:lnTo>
                <a:lnTo>
                  <a:pt x="39" y="471"/>
                </a:lnTo>
                <a:lnTo>
                  <a:pt x="34" y="466"/>
                </a:lnTo>
                <a:lnTo>
                  <a:pt x="30" y="461"/>
                </a:lnTo>
                <a:lnTo>
                  <a:pt x="25" y="455"/>
                </a:lnTo>
                <a:lnTo>
                  <a:pt x="21" y="450"/>
                </a:lnTo>
                <a:lnTo>
                  <a:pt x="18" y="444"/>
                </a:lnTo>
                <a:lnTo>
                  <a:pt x="15" y="437"/>
                </a:lnTo>
                <a:lnTo>
                  <a:pt x="12" y="431"/>
                </a:lnTo>
                <a:lnTo>
                  <a:pt x="9" y="425"/>
                </a:lnTo>
                <a:lnTo>
                  <a:pt x="5" y="411"/>
                </a:lnTo>
                <a:lnTo>
                  <a:pt x="2" y="397"/>
                </a:lnTo>
                <a:lnTo>
                  <a:pt x="1" y="382"/>
                </a:lnTo>
                <a:lnTo>
                  <a:pt x="0" y="367"/>
                </a:lnTo>
                <a:lnTo>
                  <a:pt x="0" y="356"/>
                </a:lnTo>
                <a:lnTo>
                  <a:pt x="1" y="346"/>
                </a:lnTo>
                <a:lnTo>
                  <a:pt x="2" y="336"/>
                </a:lnTo>
                <a:lnTo>
                  <a:pt x="4" y="327"/>
                </a:lnTo>
                <a:lnTo>
                  <a:pt x="6" y="318"/>
                </a:lnTo>
                <a:lnTo>
                  <a:pt x="9" y="309"/>
                </a:lnTo>
                <a:lnTo>
                  <a:pt x="12" y="301"/>
                </a:lnTo>
                <a:lnTo>
                  <a:pt x="15" y="293"/>
                </a:lnTo>
                <a:lnTo>
                  <a:pt x="19" y="285"/>
                </a:lnTo>
                <a:lnTo>
                  <a:pt x="24" y="277"/>
                </a:lnTo>
                <a:lnTo>
                  <a:pt x="29" y="271"/>
                </a:lnTo>
                <a:lnTo>
                  <a:pt x="35" y="264"/>
                </a:lnTo>
                <a:lnTo>
                  <a:pt x="41" y="257"/>
                </a:lnTo>
                <a:lnTo>
                  <a:pt x="47" y="251"/>
                </a:lnTo>
                <a:lnTo>
                  <a:pt x="54" y="245"/>
                </a:lnTo>
                <a:lnTo>
                  <a:pt x="62" y="240"/>
                </a:lnTo>
                <a:lnTo>
                  <a:pt x="69" y="235"/>
                </a:lnTo>
                <a:lnTo>
                  <a:pt x="77" y="230"/>
                </a:lnTo>
                <a:lnTo>
                  <a:pt x="86" y="226"/>
                </a:lnTo>
                <a:lnTo>
                  <a:pt x="95" y="221"/>
                </a:lnTo>
                <a:lnTo>
                  <a:pt x="105" y="218"/>
                </a:lnTo>
                <a:lnTo>
                  <a:pt x="115" y="214"/>
                </a:lnTo>
                <a:lnTo>
                  <a:pt x="126" y="211"/>
                </a:lnTo>
                <a:lnTo>
                  <a:pt x="137" y="208"/>
                </a:lnTo>
                <a:lnTo>
                  <a:pt x="148" y="206"/>
                </a:lnTo>
                <a:lnTo>
                  <a:pt x="160" y="204"/>
                </a:lnTo>
                <a:lnTo>
                  <a:pt x="172" y="202"/>
                </a:lnTo>
                <a:lnTo>
                  <a:pt x="185" y="201"/>
                </a:lnTo>
                <a:lnTo>
                  <a:pt x="211" y="198"/>
                </a:lnTo>
                <a:lnTo>
                  <a:pt x="240" y="198"/>
                </a:lnTo>
                <a:lnTo>
                  <a:pt x="273" y="198"/>
                </a:lnTo>
                <a:lnTo>
                  <a:pt x="273" y="172"/>
                </a:lnTo>
                <a:lnTo>
                  <a:pt x="273" y="162"/>
                </a:lnTo>
                <a:lnTo>
                  <a:pt x="272" y="152"/>
                </a:lnTo>
                <a:lnTo>
                  <a:pt x="271" y="143"/>
                </a:lnTo>
                <a:lnTo>
                  <a:pt x="270" y="135"/>
                </a:lnTo>
                <a:lnTo>
                  <a:pt x="268" y="128"/>
                </a:lnTo>
                <a:lnTo>
                  <a:pt x="267" y="120"/>
                </a:lnTo>
                <a:lnTo>
                  <a:pt x="264" y="114"/>
                </a:lnTo>
                <a:lnTo>
                  <a:pt x="261" y="108"/>
                </a:lnTo>
                <a:lnTo>
                  <a:pt x="256" y="103"/>
                </a:lnTo>
                <a:lnTo>
                  <a:pt x="252" y="99"/>
                </a:lnTo>
                <a:lnTo>
                  <a:pt x="246" y="95"/>
                </a:lnTo>
                <a:lnTo>
                  <a:pt x="240" y="92"/>
                </a:lnTo>
                <a:lnTo>
                  <a:pt x="233" y="90"/>
                </a:lnTo>
                <a:lnTo>
                  <a:pt x="225" y="88"/>
                </a:lnTo>
                <a:lnTo>
                  <a:pt x="215" y="87"/>
                </a:lnTo>
                <a:lnTo>
                  <a:pt x="205" y="87"/>
                </a:lnTo>
                <a:lnTo>
                  <a:pt x="192" y="87"/>
                </a:lnTo>
                <a:lnTo>
                  <a:pt x="179" y="89"/>
                </a:lnTo>
                <a:lnTo>
                  <a:pt x="166" y="92"/>
                </a:lnTo>
                <a:lnTo>
                  <a:pt x="153" y="95"/>
                </a:lnTo>
                <a:lnTo>
                  <a:pt x="141" y="99"/>
                </a:lnTo>
                <a:lnTo>
                  <a:pt x="129" y="104"/>
                </a:lnTo>
                <a:lnTo>
                  <a:pt x="117" y="109"/>
                </a:lnTo>
                <a:lnTo>
                  <a:pt x="106" y="114"/>
                </a:lnTo>
                <a:lnTo>
                  <a:pt x="88" y="125"/>
                </a:lnTo>
                <a:lnTo>
                  <a:pt x="73" y="134"/>
                </a:lnTo>
                <a:lnTo>
                  <a:pt x="64" y="140"/>
                </a:lnTo>
                <a:lnTo>
                  <a:pt x="60" y="142"/>
                </a:lnTo>
                <a:lnTo>
                  <a:pt x="13" y="67"/>
                </a:lnTo>
                <a:lnTo>
                  <a:pt x="27" y="58"/>
                </a:lnTo>
                <a:lnTo>
                  <a:pt x="40" y="50"/>
                </a:lnTo>
                <a:lnTo>
                  <a:pt x="53" y="43"/>
                </a:lnTo>
                <a:lnTo>
                  <a:pt x="66" y="37"/>
                </a:lnTo>
                <a:lnTo>
                  <a:pt x="79" y="31"/>
                </a:lnTo>
                <a:lnTo>
                  <a:pt x="91" y="25"/>
                </a:lnTo>
                <a:lnTo>
                  <a:pt x="104" y="20"/>
                </a:lnTo>
                <a:lnTo>
                  <a:pt x="116" y="16"/>
                </a:lnTo>
                <a:lnTo>
                  <a:pt x="129" y="12"/>
                </a:lnTo>
                <a:lnTo>
                  <a:pt x="141" y="9"/>
                </a:lnTo>
                <a:lnTo>
                  <a:pt x="154" y="6"/>
                </a:lnTo>
                <a:lnTo>
                  <a:pt x="167" y="4"/>
                </a:lnTo>
                <a:lnTo>
                  <a:pt x="179" y="3"/>
                </a:lnTo>
                <a:lnTo>
                  <a:pt x="193" y="1"/>
                </a:lnTo>
                <a:lnTo>
                  <a:pt x="206" y="0"/>
                </a:lnTo>
                <a:lnTo>
                  <a:pt x="220" y="0"/>
                </a:lnTo>
                <a:lnTo>
                  <a:pt x="234" y="0"/>
                </a:lnTo>
                <a:lnTo>
                  <a:pt x="246" y="2"/>
                </a:lnTo>
                <a:lnTo>
                  <a:pt x="260" y="3"/>
                </a:lnTo>
                <a:lnTo>
                  <a:pt x="272" y="5"/>
                </a:lnTo>
                <a:lnTo>
                  <a:pt x="283" y="8"/>
                </a:lnTo>
                <a:lnTo>
                  <a:pt x="294" y="11"/>
                </a:lnTo>
                <a:lnTo>
                  <a:pt x="305" y="16"/>
                </a:lnTo>
                <a:lnTo>
                  <a:pt x="314" y="20"/>
                </a:lnTo>
                <a:lnTo>
                  <a:pt x="323" y="26"/>
                </a:lnTo>
                <a:lnTo>
                  <a:pt x="331" y="32"/>
                </a:lnTo>
                <a:lnTo>
                  <a:pt x="339" y="39"/>
                </a:lnTo>
                <a:lnTo>
                  <a:pt x="346" y="46"/>
                </a:lnTo>
                <a:lnTo>
                  <a:pt x="352" y="54"/>
                </a:lnTo>
                <a:lnTo>
                  <a:pt x="358" y="62"/>
                </a:lnTo>
                <a:lnTo>
                  <a:pt x="363" y="71"/>
                </a:lnTo>
                <a:lnTo>
                  <a:pt x="367" y="81"/>
                </a:lnTo>
                <a:lnTo>
                  <a:pt x="370" y="89"/>
                </a:lnTo>
                <a:lnTo>
                  <a:pt x="372" y="98"/>
                </a:lnTo>
                <a:lnTo>
                  <a:pt x="374" y="109"/>
                </a:lnTo>
                <a:lnTo>
                  <a:pt x="375" y="121"/>
                </a:lnTo>
                <a:lnTo>
                  <a:pt x="375" y="136"/>
                </a:lnTo>
                <a:lnTo>
                  <a:pt x="375" y="154"/>
                </a:lnTo>
                <a:lnTo>
                  <a:pt x="375" y="175"/>
                </a:lnTo>
                <a:lnTo>
                  <a:pt x="375" y="200"/>
                </a:lnTo>
                <a:lnTo>
                  <a:pt x="373" y="338"/>
                </a:lnTo>
                <a:lnTo>
                  <a:pt x="373" y="361"/>
                </a:lnTo>
                <a:lnTo>
                  <a:pt x="374" y="380"/>
                </a:lnTo>
                <a:lnTo>
                  <a:pt x="375" y="388"/>
                </a:lnTo>
                <a:lnTo>
                  <a:pt x="376" y="396"/>
                </a:lnTo>
                <a:lnTo>
                  <a:pt x="378" y="403"/>
                </a:lnTo>
                <a:lnTo>
                  <a:pt x="380" y="410"/>
                </a:lnTo>
                <a:lnTo>
                  <a:pt x="382" y="416"/>
                </a:lnTo>
                <a:lnTo>
                  <a:pt x="385" y="421"/>
                </a:lnTo>
                <a:lnTo>
                  <a:pt x="389" y="426"/>
                </a:lnTo>
                <a:lnTo>
                  <a:pt x="392" y="431"/>
                </a:lnTo>
                <a:lnTo>
                  <a:pt x="398" y="437"/>
                </a:lnTo>
                <a:lnTo>
                  <a:pt x="403" y="441"/>
                </a:lnTo>
                <a:lnTo>
                  <a:pt x="409" y="446"/>
                </a:lnTo>
                <a:lnTo>
                  <a:pt x="416" y="451"/>
                </a:lnTo>
                <a:lnTo>
                  <a:pt x="360" y="518"/>
                </a:lnTo>
                <a:lnTo>
                  <a:pt x="251" y="268"/>
                </a:lnTo>
                <a:lnTo>
                  <a:pt x="232" y="269"/>
                </a:lnTo>
                <a:lnTo>
                  <a:pt x="215" y="270"/>
                </a:lnTo>
                <a:lnTo>
                  <a:pt x="199" y="272"/>
                </a:lnTo>
                <a:lnTo>
                  <a:pt x="185" y="274"/>
                </a:lnTo>
                <a:lnTo>
                  <a:pt x="173" y="278"/>
                </a:lnTo>
                <a:lnTo>
                  <a:pt x="161" y="282"/>
                </a:lnTo>
                <a:lnTo>
                  <a:pt x="152" y="286"/>
                </a:lnTo>
                <a:lnTo>
                  <a:pt x="143" y="291"/>
                </a:lnTo>
                <a:lnTo>
                  <a:pt x="135" y="298"/>
                </a:lnTo>
                <a:lnTo>
                  <a:pt x="129" y="305"/>
                </a:lnTo>
                <a:lnTo>
                  <a:pt x="124" y="312"/>
                </a:lnTo>
                <a:lnTo>
                  <a:pt x="121" y="321"/>
                </a:lnTo>
                <a:lnTo>
                  <a:pt x="118" y="329"/>
                </a:lnTo>
                <a:lnTo>
                  <a:pt x="115" y="339"/>
                </a:lnTo>
                <a:lnTo>
                  <a:pt x="115" y="350"/>
                </a:lnTo>
                <a:lnTo>
                  <a:pt x="114" y="361"/>
                </a:lnTo>
                <a:lnTo>
                  <a:pt x="115" y="369"/>
                </a:lnTo>
                <a:lnTo>
                  <a:pt x="115" y="377"/>
                </a:lnTo>
                <a:lnTo>
                  <a:pt x="117" y="385"/>
                </a:lnTo>
                <a:lnTo>
                  <a:pt x="118" y="392"/>
                </a:lnTo>
                <a:lnTo>
                  <a:pt x="121" y="399"/>
                </a:lnTo>
                <a:lnTo>
                  <a:pt x="124" y="405"/>
                </a:lnTo>
                <a:lnTo>
                  <a:pt x="128" y="411"/>
                </a:lnTo>
                <a:lnTo>
                  <a:pt x="132" y="416"/>
                </a:lnTo>
                <a:lnTo>
                  <a:pt x="136" y="420"/>
                </a:lnTo>
                <a:lnTo>
                  <a:pt x="141" y="424"/>
                </a:lnTo>
                <a:lnTo>
                  <a:pt x="147" y="428"/>
                </a:lnTo>
                <a:lnTo>
                  <a:pt x="153" y="431"/>
                </a:lnTo>
                <a:lnTo>
                  <a:pt x="159" y="433"/>
                </a:lnTo>
                <a:lnTo>
                  <a:pt x="166" y="434"/>
                </a:lnTo>
                <a:lnTo>
                  <a:pt x="173" y="435"/>
                </a:lnTo>
                <a:lnTo>
                  <a:pt x="181" y="436"/>
                </a:lnTo>
                <a:lnTo>
                  <a:pt x="188" y="435"/>
                </a:lnTo>
                <a:lnTo>
                  <a:pt x="194" y="434"/>
                </a:lnTo>
                <a:lnTo>
                  <a:pt x="200" y="434"/>
                </a:lnTo>
                <a:lnTo>
                  <a:pt x="206" y="432"/>
                </a:lnTo>
                <a:lnTo>
                  <a:pt x="212" y="430"/>
                </a:lnTo>
                <a:lnTo>
                  <a:pt x="218" y="428"/>
                </a:lnTo>
                <a:lnTo>
                  <a:pt x="224" y="425"/>
                </a:lnTo>
                <a:lnTo>
                  <a:pt x="229" y="422"/>
                </a:lnTo>
                <a:lnTo>
                  <a:pt x="240" y="414"/>
                </a:lnTo>
                <a:lnTo>
                  <a:pt x="251" y="405"/>
                </a:lnTo>
                <a:lnTo>
                  <a:pt x="260" y="396"/>
                </a:lnTo>
                <a:lnTo>
                  <a:pt x="269" y="385"/>
                </a:lnTo>
                <a:lnTo>
                  <a:pt x="270" y="270"/>
                </a:lnTo>
                <a:lnTo>
                  <a:pt x="264" y="269"/>
                </a:lnTo>
                <a:lnTo>
                  <a:pt x="251" y="268"/>
                </a:lnTo>
                <a:lnTo>
                  <a:pt x="360" y="5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5" name="Freeform 39"/>
          <p:cNvSpPr>
            <a:spLocks/>
          </p:cNvSpPr>
          <p:nvPr/>
        </p:nvSpPr>
        <p:spPr bwMode="auto">
          <a:xfrm>
            <a:off x="11566527" y="1103313"/>
            <a:ext cx="393700" cy="963612"/>
          </a:xfrm>
          <a:custGeom>
            <a:avLst/>
            <a:gdLst>
              <a:gd name="T0" fmla="*/ 2147483647 w 275"/>
              <a:gd name="T1" fmla="*/ 2147483647 h 643"/>
              <a:gd name="T2" fmla="*/ 2147483647 w 275"/>
              <a:gd name="T3" fmla="*/ 2147483647 h 643"/>
              <a:gd name="T4" fmla="*/ 2147483647 w 275"/>
              <a:gd name="T5" fmla="*/ 2147483647 h 643"/>
              <a:gd name="T6" fmla="*/ 2147483647 w 275"/>
              <a:gd name="T7" fmla="*/ 2147483647 h 643"/>
              <a:gd name="T8" fmla="*/ 2147483647 w 275"/>
              <a:gd name="T9" fmla="*/ 2147483647 h 643"/>
              <a:gd name="T10" fmla="*/ 2147483647 w 275"/>
              <a:gd name="T11" fmla="*/ 2147483647 h 643"/>
              <a:gd name="T12" fmla="*/ 2147483647 w 275"/>
              <a:gd name="T13" fmla="*/ 2147483647 h 643"/>
              <a:gd name="T14" fmla="*/ 2147483647 w 275"/>
              <a:gd name="T15" fmla="*/ 2147483647 h 643"/>
              <a:gd name="T16" fmla="*/ 2147483647 w 275"/>
              <a:gd name="T17" fmla="*/ 2147483647 h 643"/>
              <a:gd name="T18" fmla="*/ 2147483647 w 275"/>
              <a:gd name="T19" fmla="*/ 2147483647 h 643"/>
              <a:gd name="T20" fmla="*/ 2147483647 w 275"/>
              <a:gd name="T21" fmla="*/ 2147483647 h 643"/>
              <a:gd name="T22" fmla="*/ 2147483647 w 275"/>
              <a:gd name="T23" fmla="*/ 2147483647 h 643"/>
              <a:gd name="T24" fmla="*/ 2147483647 w 275"/>
              <a:gd name="T25" fmla="*/ 2147483647 h 643"/>
              <a:gd name="T26" fmla="*/ 2147483647 w 275"/>
              <a:gd name="T27" fmla="*/ 2147483647 h 643"/>
              <a:gd name="T28" fmla="*/ 2147483647 w 275"/>
              <a:gd name="T29" fmla="*/ 2147483647 h 643"/>
              <a:gd name="T30" fmla="*/ 2147483647 w 275"/>
              <a:gd name="T31" fmla="*/ 2147483647 h 643"/>
              <a:gd name="T32" fmla="*/ 2147483647 w 275"/>
              <a:gd name="T33" fmla="*/ 2147483647 h 643"/>
              <a:gd name="T34" fmla="*/ 2147483647 w 275"/>
              <a:gd name="T35" fmla="*/ 2147483647 h 643"/>
              <a:gd name="T36" fmla="*/ 2147483647 w 275"/>
              <a:gd name="T37" fmla="*/ 2147483647 h 643"/>
              <a:gd name="T38" fmla="*/ 2147483647 w 275"/>
              <a:gd name="T39" fmla="*/ 2147483647 h 643"/>
              <a:gd name="T40" fmla="*/ 2147483647 w 275"/>
              <a:gd name="T41" fmla="*/ 2147483647 h 643"/>
              <a:gd name="T42" fmla="*/ 2147483647 w 275"/>
              <a:gd name="T43" fmla="*/ 2147483647 h 643"/>
              <a:gd name="T44" fmla="*/ 2147483647 w 275"/>
              <a:gd name="T45" fmla="*/ 2147483647 h 643"/>
              <a:gd name="T46" fmla="*/ 2147483647 w 275"/>
              <a:gd name="T47" fmla="*/ 2147483647 h 643"/>
              <a:gd name="T48" fmla="*/ 2147483647 w 275"/>
              <a:gd name="T49" fmla="*/ 2147483647 h 643"/>
              <a:gd name="T50" fmla="*/ 0 w 275"/>
              <a:gd name="T51" fmla="*/ 2147483647 h 643"/>
              <a:gd name="T52" fmla="*/ 2147483647 w 275"/>
              <a:gd name="T53" fmla="*/ 2147483647 h 643"/>
              <a:gd name="T54" fmla="*/ 2147483647 w 275"/>
              <a:gd name="T55" fmla="*/ 2147483647 h 643"/>
              <a:gd name="T56" fmla="*/ 2147483647 w 275"/>
              <a:gd name="T57" fmla="*/ 2147483647 h 643"/>
              <a:gd name="T58" fmla="*/ 2147483647 w 275"/>
              <a:gd name="T59" fmla="*/ 2147483647 h 643"/>
              <a:gd name="T60" fmla="*/ 2147483647 w 275"/>
              <a:gd name="T61" fmla="*/ 2147483647 h 643"/>
              <a:gd name="T62" fmla="*/ 2147483647 w 275"/>
              <a:gd name="T63" fmla="*/ 2147483647 h 643"/>
              <a:gd name="T64" fmla="*/ 2147483647 w 275"/>
              <a:gd name="T65" fmla="*/ 2147483647 h 643"/>
              <a:gd name="T66" fmla="*/ 2147483647 w 275"/>
              <a:gd name="T67" fmla="*/ 2147483647 h 643"/>
              <a:gd name="T68" fmla="*/ 2147483647 w 275"/>
              <a:gd name="T69" fmla="*/ 2147483647 h 6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75" h="643">
                <a:moveTo>
                  <a:pt x="158" y="146"/>
                </a:moveTo>
                <a:lnTo>
                  <a:pt x="274" y="146"/>
                </a:lnTo>
                <a:lnTo>
                  <a:pt x="246" y="218"/>
                </a:lnTo>
                <a:lnTo>
                  <a:pt x="157" y="218"/>
                </a:lnTo>
                <a:lnTo>
                  <a:pt x="157" y="491"/>
                </a:lnTo>
                <a:lnTo>
                  <a:pt x="157" y="502"/>
                </a:lnTo>
                <a:lnTo>
                  <a:pt x="158" y="512"/>
                </a:lnTo>
                <a:lnTo>
                  <a:pt x="159" y="521"/>
                </a:lnTo>
                <a:lnTo>
                  <a:pt x="160" y="529"/>
                </a:lnTo>
                <a:lnTo>
                  <a:pt x="162" y="535"/>
                </a:lnTo>
                <a:lnTo>
                  <a:pt x="164" y="542"/>
                </a:lnTo>
                <a:lnTo>
                  <a:pt x="166" y="547"/>
                </a:lnTo>
                <a:lnTo>
                  <a:pt x="170" y="553"/>
                </a:lnTo>
                <a:lnTo>
                  <a:pt x="173" y="556"/>
                </a:lnTo>
                <a:lnTo>
                  <a:pt x="177" y="560"/>
                </a:lnTo>
                <a:lnTo>
                  <a:pt x="182" y="563"/>
                </a:lnTo>
                <a:lnTo>
                  <a:pt x="188" y="565"/>
                </a:lnTo>
                <a:lnTo>
                  <a:pt x="194" y="567"/>
                </a:lnTo>
                <a:lnTo>
                  <a:pt x="201" y="567"/>
                </a:lnTo>
                <a:lnTo>
                  <a:pt x="208" y="568"/>
                </a:lnTo>
                <a:lnTo>
                  <a:pt x="217" y="569"/>
                </a:lnTo>
                <a:lnTo>
                  <a:pt x="227" y="568"/>
                </a:lnTo>
                <a:lnTo>
                  <a:pt x="238" y="567"/>
                </a:lnTo>
                <a:lnTo>
                  <a:pt x="249" y="564"/>
                </a:lnTo>
                <a:lnTo>
                  <a:pt x="261" y="559"/>
                </a:lnTo>
                <a:lnTo>
                  <a:pt x="275" y="623"/>
                </a:lnTo>
                <a:lnTo>
                  <a:pt x="263" y="627"/>
                </a:lnTo>
                <a:lnTo>
                  <a:pt x="252" y="632"/>
                </a:lnTo>
                <a:lnTo>
                  <a:pt x="240" y="635"/>
                </a:lnTo>
                <a:lnTo>
                  <a:pt x="228" y="638"/>
                </a:lnTo>
                <a:lnTo>
                  <a:pt x="216" y="640"/>
                </a:lnTo>
                <a:lnTo>
                  <a:pt x="204" y="642"/>
                </a:lnTo>
                <a:lnTo>
                  <a:pt x="192" y="643"/>
                </a:lnTo>
                <a:lnTo>
                  <a:pt x="180" y="643"/>
                </a:lnTo>
                <a:lnTo>
                  <a:pt x="163" y="643"/>
                </a:lnTo>
                <a:lnTo>
                  <a:pt x="147" y="641"/>
                </a:lnTo>
                <a:lnTo>
                  <a:pt x="133" y="638"/>
                </a:lnTo>
                <a:lnTo>
                  <a:pt x="121" y="634"/>
                </a:lnTo>
                <a:lnTo>
                  <a:pt x="109" y="629"/>
                </a:lnTo>
                <a:lnTo>
                  <a:pt x="99" y="623"/>
                </a:lnTo>
                <a:lnTo>
                  <a:pt x="89" y="615"/>
                </a:lnTo>
                <a:lnTo>
                  <a:pt x="81" y="607"/>
                </a:lnTo>
                <a:lnTo>
                  <a:pt x="74" y="598"/>
                </a:lnTo>
                <a:lnTo>
                  <a:pt x="68" y="588"/>
                </a:lnTo>
                <a:lnTo>
                  <a:pt x="64" y="579"/>
                </a:lnTo>
                <a:lnTo>
                  <a:pt x="60" y="567"/>
                </a:lnTo>
                <a:lnTo>
                  <a:pt x="57" y="556"/>
                </a:lnTo>
                <a:lnTo>
                  <a:pt x="55" y="544"/>
                </a:lnTo>
                <a:lnTo>
                  <a:pt x="53" y="532"/>
                </a:lnTo>
                <a:lnTo>
                  <a:pt x="53" y="519"/>
                </a:lnTo>
                <a:lnTo>
                  <a:pt x="53" y="218"/>
                </a:lnTo>
                <a:lnTo>
                  <a:pt x="0" y="218"/>
                </a:lnTo>
                <a:lnTo>
                  <a:pt x="0" y="146"/>
                </a:lnTo>
                <a:lnTo>
                  <a:pt x="53" y="146"/>
                </a:lnTo>
                <a:lnTo>
                  <a:pt x="53" y="130"/>
                </a:lnTo>
                <a:lnTo>
                  <a:pt x="53" y="115"/>
                </a:lnTo>
                <a:lnTo>
                  <a:pt x="53" y="99"/>
                </a:lnTo>
                <a:lnTo>
                  <a:pt x="54" y="84"/>
                </a:lnTo>
                <a:lnTo>
                  <a:pt x="54" y="68"/>
                </a:lnTo>
                <a:lnTo>
                  <a:pt x="55" y="54"/>
                </a:lnTo>
                <a:lnTo>
                  <a:pt x="56" y="39"/>
                </a:lnTo>
                <a:lnTo>
                  <a:pt x="58" y="26"/>
                </a:lnTo>
                <a:lnTo>
                  <a:pt x="167" y="0"/>
                </a:lnTo>
                <a:lnTo>
                  <a:pt x="164" y="16"/>
                </a:lnTo>
                <a:lnTo>
                  <a:pt x="163" y="33"/>
                </a:lnTo>
                <a:lnTo>
                  <a:pt x="162" y="51"/>
                </a:lnTo>
                <a:lnTo>
                  <a:pt x="161" y="69"/>
                </a:lnTo>
                <a:lnTo>
                  <a:pt x="159" y="89"/>
                </a:lnTo>
                <a:lnTo>
                  <a:pt x="159" y="108"/>
                </a:lnTo>
                <a:lnTo>
                  <a:pt x="158" y="127"/>
                </a:lnTo>
                <a:lnTo>
                  <a:pt x="158" y="1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6" name="Freeform 40"/>
          <p:cNvSpPr>
            <a:spLocks/>
          </p:cNvSpPr>
          <p:nvPr/>
        </p:nvSpPr>
        <p:spPr bwMode="auto">
          <a:xfrm>
            <a:off x="12036425" y="1303340"/>
            <a:ext cx="582613" cy="763587"/>
          </a:xfrm>
          <a:custGeom>
            <a:avLst/>
            <a:gdLst>
              <a:gd name="T0" fmla="*/ 2147483647 w 406"/>
              <a:gd name="T1" fmla="*/ 2147483647 h 509"/>
              <a:gd name="T2" fmla="*/ 2147483647 w 406"/>
              <a:gd name="T3" fmla="*/ 2147483647 h 509"/>
              <a:gd name="T4" fmla="*/ 2147483647 w 406"/>
              <a:gd name="T5" fmla="*/ 2147483647 h 509"/>
              <a:gd name="T6" fmla="*/ 2147483647 w 406"/>
              <a:gd name="T7" fmla="*/ 2147483647 h 509"/>
              <a:gd name="T8" fmla="*/ 2147483647 w 406"/>
              <a:gd name="T9" fmla="*/ 2147483647 h 509"/>
              <a:gd name="T10" fmla="*/ 2147483647 w 406"/>
              <a:gd name="T11" fmla="*/ 2147483647 h 509"/>
              <a:gd name="T12" fmla="*/ 2147483647 w 406"/>
              <a:gd name="T13" fmla="*/ 2147483647 h 509"/>
              <a:gd name="T14" fmla="*/ 2147483647 w 406"/>
              <a:gd name="T15" fmla="*/ 2147483647 h 509"/>
              <a:gd name="T16" fmla="*/ 2147483647 w 406"/>
              <a:gd name="T17" fmla="*/ 2147483647 h 509"/>
              <a:gd name="T18" fmla="*/ 2147483647 w 406"/>
              <a:gd name="T19" fmla="*/ 2147483647 h 509"/>
              <a:gd name="T20" fmla="*/ 2147483647 w 406"/>
              <a:gd name="T21" fmla="*/ 2147483647 h 509"/>
              <a:gd name="T22" fmla="*/ 2147483647 w 406"/>
              <a:gd name="T23" fmla="*/ 2147483647 h 509"/>
              <a:gd name="T24" fmla="*/ 2147483647 w 406"/>
              <a:gd name="T25" fmla="*/ 2147483647 h 509"/>
              <a:gd name="T26" fmla="*/ 2147483647 w 406"/>
              <a:gd name="T27" fmla="*/ 2147483647 h 509"/>
              <a:gd name="T28" fmla="*/ 2147483647 w 406"/>
              <a:gd name="T29" fmla="*/ 2147483647 h 509"/>
              <a:gd name="T30" fmla="*/ 2147483647 w 406"/>
              <a:gd name="T31" fmla="*/ 2147483647 h 509"/>
              <a:gd name="T32" fmla="*/ 2147483647 w 406"/>
              <a:gd name="T33" fmla="*/ 2147483647 h 509"/>
              <a:gd name="T34" fmla="*/ 2147483647 w 406"/>
              <a:gd name="T35" fmla="*/ 2147483647 h 509"/>
              <a:gd name="T36" fmla="*/ 2147483647 w 406"/>
              <a:gd name="T37" fmla="*/ 2147483647 h 509"/>
              <a:gd name="T38" fmla="*/ 2147483647 w 406"/>
              <a:gd name="T39" fmla="*/ 2147483647 h 509"/>
              <a:gd name="T40" fmla="*/ 2147483647 w 406"/>
              <a:gd name="T41" fmla="*/ 2147483647 h 509"/>
              <a:gd name="T42" fmla="*/ 2147483647 w 406"/>
              <a:gd name="T43" fmla="*/ 2147483647 h 509"/>
              <a:gd name="T44" fmla="*/ 2147483647 w 406"/>
              <a:gd name="T45" fmla="*/ 2147483647 h 509"/>
              <a:gd name="T46" fmla="*/ 2147483647 w 406"/>
              <a:gd name="T47" fmla="*/ 2147483647 h 509"/>
              <a:gd name="T48" fmla="*/ 2147483647 w 406"/>
              <a:gd name="T49" fmla="*/ 2147483647 h 509"/>
              <a:gd name="T50" fmla="*/ 2147483647 w 406"/>
              <a:gd name="T51" fmla="*/ 2147483647 h 509"/>
              <a:gd name="T52" fmla="*/ 2147483647 w 406"/>
              <a:gd name="T53" fmla="*/ 2147483647 h 509"/>
              <a:gd name="T54" fmla="*/ 0 w 406"/>
              <a:gd name="T55" fmla="*/ 2147483647 h 509"/>
              <a:gd name="T56" fmla="*/ 0 w 406"/>
              <a:gd name="T57" fmla="*/ 2147483647 h 509"/>
              <a:gd name="T58" fmla="*/ 2147483647 w 406"/>
              <a:gd name="T59" fmla="*/ 2147483647 h 509"/>
              <a:gd name="T60" fmla="*/ 2147483647 w 406"/>
              <a:gd name="T61" fmla="*/ 2147483647 h 509"/>
              <a:gd name="T62" fmla="*/ 2147483647 w 406"/>
              <a:gd name="T63" fmla="*/ 2147483647 h 509"/>
              <a:gd name="T64" fmla="*/ 2147483647 w 406"/>
              <a:gd name="T65" fmla="*/ 2147483647 h 509"/>
              <a:gd name="T66" fmla="*/ 2147483647 w 406"/>
              <a:gd name="T67" fmla="*/ 2147483647 h 509"/>
              <a:gd name="T68" fmla="*/ 2147483647 w 406"/>
              <a:gd name="T69" fmla="*/ 2147483647 h 509"/>
              <a:gd name="T70" fmla="*/ 2147483647 w 406"/>
              <a:gd name="T71" fmla="*/ 2147483647 h 509"/>
              <a:gd name="T72" fmla="*/ 2147483647 w 406"/>
              <a:gd name="T73" fmla="*/ 2147483647 h 509"/>
              <a:gd name="T74" fmla="*/ 2147483647 w 406"/>
              <a:gd name="T75" fmla="*/ 2147483647 h 509"/>
              <a:gd name="T76" fmla="*/ 2147483647 w 406"/>
              <a:gd name="T77" fmla="*/ 0 h 509"/>
              <a:gd name="T78" fmla="*/ 2147483647 w 406"/>
              <a:gd name="T79" fmla="*/ 2147483647 h 509"/>
              <a:gd name="T80" fmla="*/ 2147483647 w 406"/>
              <a:gd name="T81" fmla="*/ 2147483647 h 509"/>
              <a:gd name="T82" fmla="*/ 2147483647 w 406"/>
              <a:gd name="T83" fmla="*/ 2147483647 h 509"/>
              <a:gd name="T84" fmla="*/ 2147483647 w 406"/>
              <a:gd name="T85" fmla="*/ 2147483647 h 509"/>
              <a:gd name="T86" fmla="*/ 2147483647 w 406"/>
              <a:gd name="T87" fmla="*/ 2147483647 h 509"/>
              <a:gd name="T88" fmla="*/ 2147483647 w 406"/>
              <a:gd name="T89" fmla="*/ 2147483647 h 509"/>
              <a:gd name="T90" fmla="*/ 2147483647 w 406"/>
              <a:gd name="T91" fmla="*/ 2147483647 h 509"/>
              <a:gd name="T92" fmla="*/ 2147483647 w 406"/>
              <a:gd name="T93" fmla="*/ 2147483647 h 509"/>
              <a:gd name="T94" fmla="*/ 2147483647 w 406"/>
              <a:gd name="T95" fmla="*/ 2147483647 h 509"/>
              <a:gd name="T96" fmla="*/ 2147483647 w 406"/>
              <a:gd name="T97" fmla="*/ 2147483647 h 509"/>
              <a:gd name="T98" fmla="*/ 2147483647 w 406"/>
              <a:gd name="T99" fmla="*/ 2147483647 h 509"/>
              <a:gd name="T100" fmla="*/ 2147483647 w 406"/>
              <a:gd name="T101" fmla="*/ 2147483647 h 509"/>
              <a:gd name="T102" fmla="*/ 2147483647 w 406"/>
              <a:gd name="T103" fmla="*/ 2147483647 h 509"/>
              <a:gd name="T104" fmla="*/ 2147483647 w 406"/>
              <a:gd name="T105" fmla="*/ 2147483647 h 509"/>
              <a:gd name="T106" fmla="*/ 2147483647 w 406"/>
              <a:gd name="T107" fmla="*/ 2147483647 h 509"/>
              <a:gd name="T108" fmla="*/ 2147483647 w 406"/>
              <a:gd name="T109" fmla="*/ 2147483647 h 509"/>
              <a:gd name="T110" fmla="*/ 2147483647 w 406"/>
              <a:gd name="T111" fmla="*/ 2147483647 h 509"/>
              <a:gd name="T112" fmla="*/ 2147483647 w 406"/>
              <a:gd name="T113" fmla="*/ 2147483647 h 509"/>
              <a:gd name="T114" fmla="*/ 2147483647 w 406"/>
              <a:gd name="T115" fmla="*/ 2147483647 h 509"/>
              <a:gd name="T116" fmla="*/ 2147483647 w 406"/>
              <a:gd name="T117" fmla="*/ 2147483647 h 509"/>
              <a:gd name="T118" fmla="*/ 2147483647 w 406"/>
              <a:gd name="T119" fmla="*/ 2147483647 h 509"/>
              <a:gd name="T120" fmla="*/ 2147483647 w 406"/>
              <a:gd name="T121" fmla="*/ 2147483647 h 509"/>
              <a:gd name="T122" fmla="*/ 2147483647 w 406"/>
              <a:gd name="T123" fmla="*/ 2147483647 h 50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06" h="509">
                <a:moveTo>
                  <a:pt x="116" y="283"/>
                </a:moveTo>
                <a:lnTo>
                  <a:pt x="116" y="290"/>
                </a:lnTo>
                <a:lnTo>
                  <a:pt x="116" y="303"/>
                </a:lnTo>
                <a:lnTo>
                  <a:pt x="117" y="316"/>
                </a:lnTo>
                <a:lnTo>
                  <a:pt x="119" y="328"/>
                </a:lnTo>
                <a:lnTo>
                  <a:pt x="121" y="340"/>
                </a:lnTo>
                <a:lnTo>
                  <a:pt x="125" y="352"/>
                </a:lnTo>
                <a:lnTo>
                  <a:pt x="129" y="364"/>
                </a:lnTo>
                <a:lnTo>
                  <a:pt x="134" y="375"/>
                </a:lnTo>
                <a:lnTo>
                  <a:pt x="141" y="385"/>
                </a:lnTo>
                <a:lnTo>
                  <a:pt x="148" y="395"/>
                </a:lnTo>
                <a:lnTo>
                  <a:pt x="156" y="403"/>
                </a:lnTo>
                <a:lnTo>
                  <a:pt x="161" y="407"/>
                </a:lnTo>
                <a:lnTo>
                  <a:pt x="166" y="410"/>
                </a:lnTo>
                <a:lnTo>
                  <a:pt x="171" y="413"/>
                </a:lnTo>
                <a:lnTo>
                  <a:pt x="177" y="417"/>
                </a:lnTo>
                <a:lnTo>
                  <a:pt x="183" y="419"/>
                </a:lnTo>
                <a:lnTo>
                  <a:pt x="190" y="422"/>
                </a:lnTo>
                <a:lnTo>
                  <a:pt x="196" y="424"/>
                </a:lnTo>
                <a:lnTo>
                  <a:pt x="204" y="426"/>
                </a:lnTo>
                <a:lnTo>
                  <a:pt x="211" y="427"/>
                </a:lnTo>
                <a:lnTo>
                  <a:pt x="219" y="428"/>
                </a:lnTo>
                <a:lnTo>
                  <a:pt x="227" y="429"/>
                </a:lnTo>
                <a:lnTo>
                  <a:pt x="236" y="429"/>
                </a:lnTo>
                <a:lnTo>
                  <a:pt x="244" y="429"/>
                </a:lnTo>
                <a:lnTo>
                  <a:pt x="252" y="428"/>
                </a:lnTo>
                <a:lnTo>
                  <a:pt x="260" y="428"/>
                </a:lnTo>
                <a:lnTo>
                  <a:pt x="269" y="426"/>
                </a:lnTo>
                <a:lnTo>
                  <a:pt x="277" y="424"/>
                </a:lnTo>
                <a:lnTo>
                  <a:pt x="284" y="422"/>
                </a:lnTo>
                <a:lnTo>
                  <a:pt x="292" y="419"/>
                </a:lnTo>
                <a:lnTo>
                  <a:pt x="300" y="417"/>
                </a:lnTo>
                <a:lnTo>
                  <a:pt x="314" y="410"/>
                </a:lnTo>
                <a:lnTo>
                  <a:pt x="329" y="401"/>
                </a:lnTo>
                <a:lnTo>
                  <a:pt x="343" y="392"/>
                </a:lnTo>
                <a:lnTo>
                  <a:pt x="357" y="381"/>
                </a:lnTo>
                <a:lnTo>
                  <a:pt x="398" y="445"/>
                </a:lnTo>
                <a:lnTo>
                  <a:pt x="389" y="453"/>
                </a:lnTo>
                <a:lnTo>
                  <a:pt x="379" y="460"/>
                </a:lnTo>
                <a:lnTo>
                  <a:pt x="369" y="467"/>
                </a:lnTo>
                <a:lnTo>
                  <a:pt x="359" y="474"/>
                </a:lnTo>
                <a:lnTo>
                  <a:pt x="348" y="479"/>
                </a:lnTo>
                <a:lnTo>
                  <a:pt x="338" y="485"/>
                </a:lnTo>
                <a:lnTo>
                  <a:pt x="327" y="489"/>
                </a:lnTo>
                <a:lnTo>
                  <a:pt x="316" y="494"/>
                </a:lnTo>
                <a:lnTo>
                  <a:pt x="305" y="498"/>
                </a:lnTo>
                <a:lnTo>
                  <a:pt x="294" y="500"/>
                </a:lnTo>
                <a:lnTo>
                  <a:pt x="283" y="503"/>
                </a:lnTo>
                <a:lnTo>
                  <a:pt x="271" y="506"/>
                </a:lnTo>
                <a:lnTo>
                  <a:pt x="260" y="507"/>
                </a:lnTo>
                <a:lnTo>
                  <a:pt x="248" y="509"/>
                </a:lnTo>
                <a:lnTo>
                  <a:pt x="236" y="509"/>
                </a:lnTo>
                <a:lnTo>
                  <a:pt x="223" y="509"/>
                </a:lnTo>
                <a:lnTo>
                  <a:pt x="211" y="509"/>
                </a:lnTo>
                <a:lnTo>
                  <a:pt x="199" y="508"/>
                </a:lnTo>
                <a:lnTo>
                  <a:pt x="186" y="507"/>
                </a:lnTo>
                <a:lnTo>
                  <a:pt x="175" y="505"/>
                </a:lnTo>
                <a:lnTo>
                  <a:pt x="163" y="503"/>
                </a:lnTo>
                <a:lnTo>
                  <a:pt x="152" y="499"/>
                </a:lnTo>
                <a:lnTo>
                  <a:pt x="141" y="496"/>
                </a:lnTo>
                <a:lnTo>
                  <a:pt x="131" y="492"/>
                </a:lnTo>
                <a:lnTo>
                  <a:pt x="120" y="487"/>
                </a:lnTo>
                <a:lnTo>
                  <a:pt x="111" y="482"/>
                </a:lnTo>
                <a:lnTo>
                  <a:pt x="101" y="476"/>
                </a:lnTo>
                <a:lnTo>
                  <a:pt x="92" y="470"/>
                </a:lnTo>
                <a:lnTo>
                  <a:pt x="84" y="463"/>
                </a:lnTo>
                <a:lnTo>
                  <a:pt x="76" y="457"/>
                </a:lnTo>
                <a:lnTo>
                  <a:pt x="67" y="448"/>
                </a:lnTo>
                <a:lnTo>
                  <a:pt x="60" y="441"/>
                </a:lnTo>
                <a:lnTo>
                  <a:pt x="53" y="432"/>
                </a:lnTo>
                <a:lnTo>
                  <a:pt x="47" y="423"/>
                </a:lnTo>
                <a:lnTo>
                  <a:pt x="40" y="414"/>
                </a:lnTo>
                <a:lnTo>
                  <a:pt x="35" y="404"/>
                </a:lnTo>
                <a:lnTo>
                  <a:pt x="29" y="394"/>
                </a:lnTo>
                <a:lnTo>
                  <a:pt x="24" y="383"/>
                </a:lnTo>
                <a:lnTo>
                  <a:pt x="20" y="372"/>
                </a:lnTo>
                <a:lnTo>
                  <a:pt x="15" y="360"/>
                </a:lnTo>
                <a:lnTo>
                  <a:pt x="12" y="349"/>
                </a:lnTo>
                <a:lnTo>
                  <a:pt x="9" y="337"/>
                </a:lnTo>
                <a:lnTo>
                  <a:pt x="6" y="324"/>
                </a:lnTo>
                <a:lnTo>
                  <a:pt x="4" y="311"/>
                </a:lnTo>
                <a:lnTo>
                  <a:pt x="2" y="297"/>
                </a:lnTo>
                <a:lnTo>
                  <a:pt x="1" y="284"/>
                </a:lnTo>
                <a:lnTo>
                  <a:pt x="0" y="270"/>
                </a:lnTo>
                <a:lnTo>
                  <a:pt x="0" y="255"/>
                </a:lnTo>
                <a:lnTo>
                  <a:pt x="0" y="240"/>
                </a:lnTo>
                <a:lnTo>
                  <a:pt x="0" y="224"/>
                </a:lnTo>
                <a:lnTo>
                  <a:pt x="2" y="210"/>
                </a:lnTo>
                <a:lnTo>
                  <a:pt x="3" y="197"/>
                </a:lnTo>
                <a:lnTo>
                  <a:pt x="6" y="183"/>
                </a:lnTo>
                <a:lnTo>
                  <a:pt x="8" y="171"/>
                </a:lnTo>
                <a:lnTo>
                  <a:pt x="11" y="158"/>
                </a:lnTo>
                <a:lnTo>
                  <a:pt x="15" y="146"/>
                </a:lnTo>
                <a:lnTo>
                  <a:pt x="18" y="135"/>
                </a:lnTo>
                <a:lnTo>
                  <a:pt x="23" y="124"/>
                </a:lnTo>
                <a:lnTo>
                  <a:pt x="27" y="113"/>
                </a:lnTo>
                <a:lnTo>
                  <a:pt x="33" y="104"/>
                </a:lnTo>
                <a:lnTo>
                  <a:pt x="39" y="93"/>
                </a:lnTo>
                <a:lnTo>
                  <a:pt x="46" y="83"/>
                </a:lnTo>
                <a:lnTo>
                  <a:pt x="53" y="74"/>
                </a:lnTo>
                <a:lnTo>
                  <a:pt x="60" y="66"/>
                </a:lnTo>
                <a:lnTo>
                  <a:pt x="67" y="57"/>
                </a:lnTo>
                <a:lnTo>
                  <a:pt x="76" y="50"/>
                </a:lnTo>
                <a:lnTo>
                  <a:pt x="83" y="42"/>
                </a:lnTo>
                <a:lnTo>
                  <a:pt x="91" y="36"/>
                </a:lnTo>
                <a:lnTo>
                  <a:pt x="100" y="31"/>
                </a:lnTo>
                <a:lnTo>
                  <a:pt x="108" y="25"/>
                </a:lnTo>
                <a:lnTo>
                  <a:pt x="117" y="20"/>
                </a:lnTo>
                <a:lnTo>
                  <a:pt x="126" y="16"/>
                </a:lnTo>
                <a:lnTo>
                  <a:pt x="136" y="12"/>
                </a:lnTo>
                <a:lnTo>
                  <a:pt x="146" y="9"/>
                </a:lnTo>
                <a:lnTo>
                  <a:pt x="155" y="6"/>
                </a:lnTo>
                <a:lnTo>
                  <a:pt x="165" y="4"/>
                </a:lnTo>
                <a:lnTo>
                  <a:pt x="176" y="2"/>
                </a:lnTo>
                <a:lnTo>
                  <a:pt x="187" y="1"/>
                </a:lnTo>
                <a:lnTo>
                  <a:pt x="198" y="0"/>
                </a:lnTo>
                <a:lnTo>
                  <a:pt x="209" y="0"/>
                </a:lnTo>
                <a:lnTo>
                  <a:pt x="227" y="1"/>
                </a:lnTo>
                <a:lnTo>
                  <a:pt x="244" y="2"/>
                </a:lnTo>
                <a:lnTo>
                  <a:pt x="253" y="4"/>
                </a:lnTo>
                <a:lnTo>
                  <a:pt x="261" y="6"/>
                </a:lnTo>
                <a:lnTo>
                  <a:pt x="270" y="8"/>
                </a:lnTo>
                <a:lnTo>
                  <a:pt x="278" y="11"/>
                </a:lnTo>
                <a:lnTo>
                  <a:pt x="287" y="14"/>
                </a:lnTo>
                <a:lnTo>
                  <a:pt x="295" y="18"/>
                </a:lnTo>
                <a:lnTo>
                  <a:pt x="303" y="22"/>
                </a:lnTo>
                <a:lnTo>
                  <a:pt x="311" y="26"/>
                </a:lnTo>
                <a:lnTo>
                  <a:pt x="319" y="31"/>
                </a:lnTo>
                <a:lnTo>
                  <a:pt x="327" y="37"/>
                </a:lnTo>
                <a:lnTo>
                  <a:pt x="335" y="43"/>
                </a:lnTo>
                <a:lnTo>
                  <a:pt x="342" y="50"/>
                </a:lnTo>
                <a:lnTo>
                  <a:pt x="350" y="57"/>
                </a:lnTo>
                <a:lnTo>
                  <a:pt x="357" y="66"/>
                </a:lnTo>
                <a:lnTo>
                  <a:pt x="364" y="74"/>
                </a:lnTo>
                <a:lnTo>
                  <a:pt x="370" y="83"/>
                </a:lnTo>
                <a:lnTo>
                  <a:pt x="376" y="93"/>
                </a:lnTo>
                <a:lnTo>
                  <a:pt x="381" y="104"/>
                </a:lnTo>
                <a:lnTo>
                  <a:pt x="386" y="115"/>
                </a:lnTo>
                <a:lnTo>
                  <a:pt x="390" y="127"/>
                </a:lnTo>
                <a:lnTo>
                  <a:pt x="394" y="141"/>
                </a:lnTo>
                <a:lnTo>
                  <a:pt x="397" y="155"/>
                </a:lnTo>
                <a:lnTo>
                  <a:pt x="400" y="170"/>
                </a:lnTo>
                <a:lnTo>
                  <a:pt x="402" y="185"/>
                </a:lnTo>
                <a:lnTo>
                  <a:pt x="404" y="203"/>
                </a:lnTo>
                <a:lnTo>
                  <a:pt x="405" y="221"/>
                </a:lnTo>
                <a:lnTo>
                  <a:pt x="406" y="241"/>
                </a:lnTo>
                <a:lnTo>
                  <a:pt x="406" y="261"/>
                </a:lnTo>
                <a:lnTo>
                  <a:pt x="406" y="283"/>
                </a:lnTo>
                <a:lnTo>
                  <a:pt x="116" y="283"/>
                </a:lnTo>
                <a:lnTo>
                  <a:pt x="209" y="80"/>
                </a:lnTo>
                <a:lnTo>
                  <a:pt x="198" y="80"/>
                </a:lnTo>
                <a:lnTo>
                  <a:pt x="188" y="82"/>
                </a:lnTo>
                <a:lnTo>
                  <a:pt x="179" y="85"/>
                </a:lnTo>
                <a:lnTo>
                  <a:pt x="170" y="89"/>
                </a:lnTo>
                <a:lnTo>
                  <a:pt x="161" y="93"/>
                </a:lnTo>
                <a:lnTo>
                  <a:pt x="154" y="99"/>
                </a:lnTo>
                <a:lnTo>
                  <a:pt x="147" y="106"/>
                </a:lnTo>
                <a:lnTo>
                  <a:pt x="141" y="113"/>
                </a:lnTo>
                <a:lnTo>
                  <a:pt x="135" y="121"/>
                </a:lnTo>
                <a:lnTo>
                  <a:pt x="130" y="131"/>
                </a:lnTo>
                <a:lnTo>
                  <a:pt x="126" y="142"/>
                </a:lnTo>
                <a:lnTo>
                  <a:pt x="123" y="153"/>
                </a:lnTo>
                <a:lnTo>
                  <a:pt x="120" y="165"/>
                </a:lnTo>
                <a:lnTo>
                  <a:pt x="118" y="177"/>
                </a:lnTo>
                <a:lnTo>
                  <a:pt x="117" y="191"/>
                </a:lnTo>
                <a:lnTo>
                  <a:pt x="117" y="206"/>
                </a:lnTo>
                <a:lnTo>
                  <a:pt x="296" y="206"/>
                </a:lnTo>
                <a:lnTo>
                  <a:pt x="296" y="191"/>
                </a:lnTo>
                <a:lnTo>
                  <a:pt x="295" y="177"/>
                </a:lnTo>
                <a:lnTo>
                  <a:pt x="293" y="165"/>
                </a:lnTo>
                <a:lnTo>
                  <a:pt x="290" y="153"/>
                </a:lnTo>
                <a:lnTo>
                  <a:pt x="287" y="142"/>
                </a:lnTo>
                <a:lnTo>
                  <a:pt x="283" y="131"/>
                </a:lnTo>
                <a:lnTo>
                  <a:pt x="278" y="121"/>
                </a:lnTo>
                <a:lnTo>
                  <a:pt x="272" y="113"/>
                </a:lnTo>
                <a:lnTo>
                  <a:pt x="266" y="106"/>
                </a:lnTo>
                <a:lnTo>
                  <a:pt x="260" y="99"/>
                </a:lnTo>
                <a:lnTo>
                  <a:pt x="253" y="93"/>
                </a:lnTo>
                <a:lnTo>
                  <a:pt x="245" y="89"/>
                </a:lnTo>
                <a:lnTo>
                  <a:pt x="237" y="85"/>
                </a:lnTo>
                <a:lnTo>
                  <a:pt x="228" y="82"/>
                </a:lnTo>
                <a:lnTo>
                  <a:pt x="219" y="80"/>
                </a:lnTo>
                <a:lnTo>
                  <a:pt x="209" y="80"/>
                </a:lnTo>
                <a:lnTo>
                  <a:pt x="116" y="2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7" name="Freeform 41"/>
          <p:cNvSpPr>
            <a:spLocks/>
          </p:cNvSpPr>
          <p:nvPr/>
        </p:nvSpPr>
        <p:spPr bwMode="auto">
          <a:xfrm>
            <a:off x="13001627" y="1038225"/>
            <a:ext cx="682625" cy="1028700"/>
          </a:xfrm>
          <a:custGeom>
            <a:avLst/>
            <a:gdLst>
              <a:gd name="T0" fmla="*/ 2147483647 w 476"/>
              <a:gd name="T1" fmla="*/ 2147483647 h 686"/>
              <a:gd name="T2" fmla="*/ 2147483647 w 476"/>
              <a:gd name="T3" fmla="*/ 2147483647 h 686"/>
              <a:gd name="T4" fmla="*/ 2147483647 w 476"/>
              <a:gd name="T5" fmla="*/ 2147483647 h 686"/>
              <a:gd name="T6" fmla="*/ 2147483647 w 476"/>
              <a:gd name="T7" fmla="*/ 2147483647 h 686"/>
              <a:gd name="T8" fmla="*/ 2147483647 w 476"/>
              <a:gd name="T9" fmla="*/ 2147483647 h 686"/>
              <a:gd name="T10" fmla="*/ 2147483647 w 476"/>
              <a:gd name="T11" fmla="*/ 2147483647 h 686"/>
              <a:gd name="T12" fmla="*/ 2147483647 w 476"/>
              <a:gd name="T13" fmla="*/ 2147483647 h 686"/>
              <a:gd name="T14" fmla="*/ 2147483647 w 476"/>
              <a:gd name="T15" fmla="*/ 2147483647 h 686"/>
              <a:gd name="T16" fmla="*/ 2147483647 w 476"/>
              <a:gd name="T17" fmla="*/ 2147483647 h 686"/>
              <a:gd name="T18" fmla="*/ 2147483647 w 476"/>
              <a:gd name="T19" fmla="*/ 2147483647 h 686"/>
              <a:gd name="T20" fmla="*/ 2147483647 w 476"/>
              <a:gd name="T21" fmla="*/ 2147483647 h 686"/>
              <a:gd name="T22" fmla="*/ 2147483647 w 476"/>
              <a:gd name="T23" fmla="*/ 2147483647 h 686"/>
              <a:gd name="T24" fmla="*/ 2147483647 w 476"/>
              <a:gd name="T25" fmla="*/ 2147483647 h 686"/>
              <a:gd name="T26" fmla="*/ 2147483647 w 476"/>
              <a:gd name="T27" fmla="*/ 2147483647 h 686"/>
              <a:gd name="T28" fmla="*/ 2147483647 w 476"/>
              <a:gd name="T29" fmla="*/ 2147483647 h 686"/>
              <a:gd name="T30" fmla="*/ 2147483647 w 476"/>
              <a:gd name="T31" fmla="*/ 2147483647 h 686"/>
              <a:gd name="T32" fmla="*/ 2147483647 w 476"/>
              <a:gd name="T33" fmla="*/ 2147483647 h 686"/>
              <a:gd name="T34" fmla="*/ 2147483647 w 476"/>
              <a:gd name="T35" fmla="*/ 2147483647 h 686"/>
              <a:gd name="T36" fmla="*/ 2147483647 w 476"/>
              <a:gd name="T37" fmla="*/ 2147483647 h 686"/>
              <a:gd name="T38" fmla="*/ 2147483647 w 476"/>
              <a:gd name="T39" fmla="*/ 2147483647 h 686"/>
              <a:gd name="T40" fmla="*/ 2147483647 w 476"/>
              <a:gd name="T41" fmla="*/ 2147483647 h 686"/>
              <a:gd name="T42" fmla="*/ 2147483647 w 476"/>
              <a:gd name="T43" fmla="*/ 2147483647 h 686"/>
              <a:gd name="T44" fmla="*/ 2147483647 w 476"/>
              <a:gd name="T45" fmla="*/ 2147483647 h 686"/>
              <a:gd name="T46" fmla="*/ 2147483647 w 476"/>
              <a:gd name="T47" fmla="*/ 2147483647 h 686"/>
              <a:gd name="T48" fmla="*/ 2147483647 w 476"/>
              <a:gd name="T49" fmla="*/ 2147483647 h 686"/>
              <a:gd name="T50" fmla="*/ 2147483647 w 476"/>
              <a:gd name="T51" fmla="*/ 2147483647 h 686"/>
              <a:gd name="T52" fmla="*/ 2147483647 w 476"/>
              <a:gd name="T53" fmla="*/ 2147483647 h 686"/>
              <a:gd name="T54" fmla="*/ 2147483647 w 476"/>
              <a:gd name="T55" fmla="*/ 2147483647 h 686"/>
              <a:gd name="T56" fmla="*/ 2147483647 w 476"/>
              <a:gd name="T57" fmla="*/ 0 h 686"/>
              <a:gd name="T58" fmla="*/ 2147483647 w 476"/>
              <a:gd name="T59" fmla="*/ 2147483647 h 686"/>
              <a:gd name="T60" fmla="*/ 2147483647 w 476"/>
              <a:gd name="T61" fmla="*/ 2147483647 h 686"/>
              <a:gd name="T62" fmla="*/ 2147483647 w 476"/>
              <a:gd name="T63" fmla="*/ 2147483647 h 686"/>
              <a:gd name="T64" fmla="*/ 2147483647 w 476"/>
              <a:gd name="T65" fmla="*/ 2147483647 h 686"/>
              <a:gd name="T66" fmla="*/ 2147483647 w 476"/>
              <a:gd name="T67" fmla="*/ 2147483647 h 686"/>
              <a:gd name="T68" fmla="*/ 2147483647 w 476"/>
              <a:gd name="T69" fmla="*/ 2147483647 h 686"/>
              <a:gd name="T70" fmla="*/ 2147483647 w 476"/>
              <a:gd name="T71" fmla="*/ 2147483647 h 686"/>
              <a:gd name="T72" fmla="*/ 2147483647 w 476"/>
              <a:gd name="T73" fmla="*/ 2147483647 h 686"/>
              <a:gd name="T74" fmla="*/ 2147483647 w 476"/>
              <a:gd name="T75" fmla="*/ 2147483647 h 686"/>
              <a:gd name="T76" fmla="*/ 2147483647 w 476"/>
              <a:gd name="T77" fmla="*/ 2147483647 h 686"/>
              <a:gd name="T78" fmla="*/ 2147483647 w 476"/>
              <a:gd name="T79" fmla="*/ 2147483647 h 686"/>
              <a:gd name="T80" fmla="*/ 2147483647 w 476"/>
              <a:gd name="T81" fmla="*/ 2147483647 h 686"/>
              <a:gd name="T82" fmla="*/ 2147483647 w 476"/>
              <a:gd name="T83" fmla="*/ 2147483647 h 686"/>
              <a:gd name="T84" fmla="*/ 2147483647 w 476"/>
              <a:gd name="T85" fmla="*/ 2147483647 h 686"/>
              <a:gd name="T86" fmla="*/ 2147483647 w 476"/>
              <a:gd name="T87" fmla="*/ 2147483647 h 686"/>
              <a:gd name="T88" fmla="*/ 2147483647 w 476"/>
              <a:gd name="T89" fmla="*/ 2147483647 h 686"/>
              <a:gd name="T90" fmla="*/ 2147483647 w 476"/>
              <a:gd name="T91" fmla="*/ 2147483647 h 686"/>
              <a:gd name="T92" fmla="*/ 2147483647 w 476"/>
              <a:gd name="T93" fmla="*/ 2147483647 h 686"/>
              <a:gd name="T94" fmla="*/ 2147483647 w 476"/>
              <a:gd name="T95" fmla="*/ 2147483647 h 686"/>
              <a:gd name="T96" fmla="*/ 2147483647 w 476"/>
              <a:gd name="T97" fmla="*/ 2147483647 h 686"/>
              <a:gd name="T98" fmla="*/ 2147483647 w 476"/>
              <a:gd name="T99" fmla="*/ 2147483647 h 686"/>
              <a:gd name="T100" fmla="*/ 2147483647 w 476"/>
              <a:gd name="T101" fmla="*/ 2147483647 h 686"/>
              <a:gd name="T102" fmla="*/ 2147483647 w 476"/>
              <a:gd name="T103" fmla="*/ 2147483647 h 686"/>
              <a:gd name="T104" fmla="*/ 2147483647 w 476"/>
              <a:gd name="T105" fmla="*/ 2147483647 h 686"/>
              <a:gd name="T106" fmla="*/ 2147483647 w 476"/>
              <a:gd name="T107" fmla="*/ 2147483647 h 686"/>
              <a:gd name="T108" fmla="*/ 2147483647 w 476"/>
              <a:gd name="T109" fmla="*/ 2147483647 h 686"/>
              <a:gd name="T110" fmla="*/ 2147483647 w 476"/>
              <a:gd name="T111" fmla="*/ 2147483647 h 686"/>
              <a:gd name="T112" fmla="*/ 2147483647 w 476"/>
              <a:gd name="T113" fmla="*/ 2147483647 h 68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76" h="686">
                <a:moveTo>
                  <a:pt x="218" y="686"/>
                </a:moveTo>
                <a:lnTo>
                  <a:pt x="203" y="686"/>
                </a:lnTo>
                <a:lnTo>
                  <a:pt x="189" y="686"/>
                </a:lnTo>
                <a:lnTo>
                  <a:pt x="175" y="684"/>
                </a:lnTo>
                <a:lnTo>
                  <a:pt x="160" y="683"/>
                </a:lnTo>
                <a:lnTo>
                  <a:pt x="146" y="680"/>
                </a:lnTo>
                <a:lnTo>
                  <a:pt x="132" y="678"/>
                </a:lnTo>
                <a:lnTo>
                  <a:pt x="119" y="675"/>
                </a:lnTo>
                <a:lnTo>
                  <a:pt x="105" y="672"/>
                </a:lnTo>
                <a:lnTo>
                  <a:pt x="91" y="668"/>
                </a:lnTo>
                <a:lnTo>
                  <a:pt x="77" y="663"/>
                </a:lnTo>
                <a:lnTo>
                  <a:pt x="64" y="658"/>
                </a:lnTo>
                <a:lnTo>
                  <a:pt x="50" y="653"/>
                </a:lnTo>
                <a:lnTo>
                  <a:pt x="38" y="647"/>
                </a:lnTo>
                <a:lnTo>
                  <a:pt x="25" y="641"/>
                </a:lnTo>
                <a:lnTo>
                  <a:pt x="12" y="634"/>
                </a:lnTo>
                <a:lnTo>
                  <a:pt x="0" y="627"/>
                </a:lnTo>
                <a:lnTo>
                  <a:pt x="42" y="543"/>
                </a:lnTo>
                <a:lnTo>
                  <a:pt x="64" y="555"/>
                </a:lnTo>
                <a:lnTo>
                  <a:pt x="85" y="566"/>
                </a:lnTo>
                <a:lnTo>
                  <a:pt x="107" y="575"/>
                </a:lnTo>
                <a:lnTo>
                  <a:pt x="128" y="583"/>
                </a:lnTo>
                <a:lnTo>
                  <a:pt x="140" y="586"/>
                </a:lnTo>
                <a:lnTo>
                  <a:pt x="151" y="589"/>
                </a:lnTo>
                <a:lnTo>
                  <a:pt x="162" y="592"/>
                </a:lnTo>
                <a:lnTo>
                  <a:pt x="173" y="593"/>
                </a:lnTo>
                <a:lnTo>
                  <a:pt x="185" y="595"/>
                </a:lnTo>
                <a:lnTo>
                  <a:pt x="197" y="596"/>
                </a:lnTo>
                <a:lnTo>
                  <a:pt x="209" y="597"/>
                </a:lnTo>
                <a:lnTo>
                  <a:pt x="222" y="597"/>
                </a:lnTo>
                <a:lnTo>
                  <a:pt x="236" y="597"/>
                </a:lnTo>
                <a:lnTo>
                  <a:pt x="251" y="596"/>
                </a:lnTo>
                <a:lnTo>
                  <a:pt x="264" y="593"/>
                </a:lnTo>
                <a:lnTo>
                  <a:pt x="276" y="590"/>
                </a:lnTo>
                <a:lnTo>
                  <a:pt x="288" y="586"/>
                </a:lnTo>
                <a:lnTo>
                  <a:pt x="298" y="581"/>
                </a:lnTo>
                <a:lnTo>
                  <a:pt x="308" y="575"/>
                </a:lnTo>
                <a:lnTo>
                  <a:pt x="317" y="570"/>
                </a:lnTo>
                <a:lnTo>
                  <a:pt x="325" y="562"/>
                </a:lnTo>
                <a:lnTo>
                  <a:pt x="332" y="554"/>
                </a:lnTo>
                <a:lnTo>
                  <a:pt x="338" y="546"/>
                </a:lnTo>
                <a:lnTo>
                  <a:pt x="343" y="536"/>
                </a:lnTo>
                <a:lnTo>
                  <a:pt x="347" y="526"/>
                </a:lnTo>
                <a:lnTo>
                  <a:pt x="350" y="515"/>
                </a:lnTo>
                <a:lnTo>
                  <a:pt x="351" y="504"/>
                </a:lnTo>
                <a:lnTo>
                  <a:pt x="352" y="492"/>
                </a:lnTo>
                <a:lnTo>
                  <a:pt x="351" y="483"/>
                </a:lnTo>
                <a:lnTo>
                  <a:pt x="350" y="474"/>
                </a:lnTo>
                <a:lnTo>
                  <a:pt x="349" y="466"/>
                </a:lnTo>
                <a:lnTo>
                  <a:pt x="346" y="459"/>
                </a:lnTo>
                <a:lnTo>
                  <a:pt x="343" y="451"/>
                </a:lnTo>
                <a:lnTo>
                  <a:pt x="339" y="444"/>
                </a:lnTo>
                <a:lnTo>
                  <a:pt x="334" y="438"/>
                </a:lnTo>
                <a:lnTo>
                  <a:pt x="328" y="431"/>
                </a:lnTo>
                <a:lnTo>
                  <a:pt x="321" y="425"/>
                </a:lnTo>
                <a:lnTo>
                  <a:pt x="314" y="420"/>
                </a:lnTo>
                <a:lnTo>
                  <a:pt x="307" y="415"/>
                </a:lnTo>
                <a:lnTo>
                  <a:pt x="298" y="409"/>
                </a:lnTo>
                <a:lnTo>
                  <a:pt x="287" y="405"/>
                </a:lnTo>
                <a:lnTo>
                  <a:pt x="277" y="400"/>
                </a:lnTo>
                <a:lnTo>
                  <a:pt x="266" y="397"/>
                </a:lnTo>
                <a:lnTo>
                  <a:pt x="253" y="393"/>
                </a:lnTo>
                <a:lnTo>
                  <a:pt x="182" y="373"/>
                </a:lnTo>
                <a:lnTo>
                  <a:pt x="160" y="366"/>
                </a:lnTo>
                <a:lnTo>
                  <a:pt x="140" y="358"/>
                </a:lnTo>
                <a:lnTo>
                  <a:pt x="131" y="354"/>
                </a:lnTo>
                <a:lnTo>
                  <a:pt x="121" y="350"/>
                </a:lnTo>
                <a:lnTo>
                  <a:pt x="113" y="345"/>
                </a:lnTo>
                <a:lnTo>
                  <a:pt x="105" y="341"/>
                </a:lnTo>
                <a:lnTo>
                  <a:pt x="96" y="336"/>
                </a:lnTo>
                <a:lnTo>
                  <a:pt x="89" y="330"/>
                </a:lnTo>
                <a:lnTo>
                  <a:pt x="82" y="324"/>
                </a:lnTo>
                <a:lnTo>
                  <a:pt x="76" y="319"/>
                </a:lnTo>
                <a:lnTo>
                  <a:pt x="70" y="313"/>
                </a:lnTo>
                <a:lnTo>
                  <a:pt x="64" y="307"/>
                </a:lnTo>
                <a:lnTo>
                  <a:pt x="58" y="300"/>
                </a:lnTo>
                <a:lnTo>
                  <a:pt x="53" y="293"/>
                </a:lnTo>
                <a:lnTo>
                  <a:pt x="47" y="283"/>
                </a:lnTo>
                <a:lnTo>
                  <a:pt x="41" y="272"/>
                </a:lnTo>
                <a:lnTo>
                  <a:pt x="37" y="261"/>
                </a:lnTo>
                <a:lnTo>
                  <a:pt x="32" y="249"/>
                </a:lnTo>
                <a:lnTo>
                  <a:pt x="29" y="237"/>
                </a:lnTo>
                <a:lnTo>
                  <a:pt x="27" y="224"/>
                </a:lnTo>
                <a:lnTo>
                  <a:pt x="26" y="211"/>
                </a:lnTo>
                <a:lnTo>
                  <a:pt x="26" y="196"/>
                </a:lnTo>
                <a:lnTo>
                  <a:pt x="26" y="185"/>
                </a:lnTo>
                <a:lnTo>
                  <a:pt x="26" y="175"/>
                </a:lnTo>
                <a:lnTo>
                  <a:pt x="28" y="164"/>
                </a:lnTo>
                <a:lnTo>
                  <a:pt x="30" y="154"/>
                </a:lnTo>
                <a:lnTo>
                  <a:pt x="32" y="144"/>
                </a:lnTo>
                <a:lnTo>
                  <a:pt x="35" y="135"/>
                </a:lnTo>
                <a:lnTo>
                  <a:pt x="38" y="126"/>
                </a:lnTo>
                <a:lnTo>
                  <a:pt x="42" y="116"/>
                </a:lnTo>
                <a:lnTo>
                  <a:pt x="46" y="107"/>
                </a:lnTo>
                <a:lnTo>
                  <a:pt x="51" y="99"/>
                </a:lnTo>
                <a:lnTo>
                  <a:pt x="56" y="91"/>
                </a:lnTo>
                <a:lnTo>
                  <a:pt x="62" y="82"/>
                </a:lnTo>
                <a:lnTo>
                  <a:pt x="68" y="75"/>
                </a:lnTo>
                <a:lnTo>
                  <a:pt x="74" y="68"/>
                </a:lnTo>
                <a:lnTo>
                  <a:pt x="81" y="61"/>
                </a:lnTo>
                <a:lnTo>
                  <a:pt x="88" y="54"/>
                </a:lnTo>
                <a:lnTo>
                  <a:pt x="96" y="47"/>
                </a:lnTo>
                <a:lnTo>
                  <a:pt x="104" y="41"/>
                </a:lnTo>
                <a:lnTo>
                  <a:pt x="112" y="36"/>
                </a:lnTo>
                <a:lnTo>
                  <a:pt x="121" y="31"/>
                </a:lnTo>
                <a:lnTo>
                  <a:pt x="130" y="26"/>
                </a:lnTo>
                <a:lnTo>
                  <a:pt x="140" y="21"/>
                </a:lnTo>
                <a:lnTo>
                  <a:pt x="149" y="18"/>
                </a:lnTo>
                <a:lnTo>
                  <a:pt x="160" y="14"/>
                </a:lnTo>
                <a:lnTo>
                  <a:pt x="170" y="11"/>
                </a:lnTo>
                <a:lnTo>
                  <a:pt x="181" y="8"/>
                </a:lnTo>
                <a:lnTo>
                  <a:pt x="192" y="5"/>
                </a:lnTo>
                <a:lnTo>
                  <a:pt x="203" y="3"/>
                </a:lnTo>
                <a:lnTo>
                  <a:pt x="215" y="2"/>
                </a:lnTo>
                <a:lnTo>
                  <a:pt x="227" y="1"/>
                </a:lnTo>
                <a:lnTo>
                  <a:pt x="239" y="0"/>
                </a:lnTo>
                <a:lnTo>
                  <a:pt x="251" y="0"/>
                </a:lnTo>
                <a:lnTo>
                  <a:pt x="266" y="0"/>
                </a:lnTo>
                <a:lnTo>
                  <a:pt x="280" y="1"/>
                </a:lnTo>
                <a:lnTo>
                  <a:pt x="294" y="2"/>
                </a:lnTo>
                <a:lnTo>
                  <a:pt x="308" y="3"/>
                </a:lnTo>
                <a:lnTo>
                  <a:pt x="321" y="6"/>
                </a:lnTo>
                <a:lnTo>
                  <a:pt x="336" y="9"/>
                </a:lnTo>
                <a:lnTo>
                  <a:pt x="349" y="12"/>
                </a:lnTo>
                <a:lnTo>
                  <a:pt x="362" y="16"/>
                </a:lnTo>
                <a:lnTo>
                  <a:pt x="376" y="20"/>
                </a:lnTo>
                <a:lnTo>
                  <a:pt x="389" y="25"/>
                </a:lnTo>
                <a:lnTo>
                  <a:pt x="402" y="30"/>
                </a:lnTo>
                <a:lnTo>
                  <a:pt x="415" y="36"/>
                </a:lnTo>
                <a:lnTo>
                  <a:pt x="426" y="41"/>
                </a:lnTo>
                <a:lnTo>
                  <a:pt x="438" y="48"/>
                </a:lnTo>
                <a:lnTo>
                  <a:pt x="450" y="56"/>
                </a:lnTo>
                <a:lnTo>
                  <a:pt x="462" y="63"/>
                </a:lnTo>
                <a:lnTo>
                  <a:pt x="412" y="141"/>
                </a:lnTo>
                <a:lnTo>
                  <a:pt x="389" y="128"/>
                </a:lnTo>
                <a:lnTo>
                  <a:pt x="368" y="117"/>
                </a:lnTo>
                <a:lnTo>
                  <a:pt x="349" y="109"/>
                </a:lnTo>
                <a:lnTo>
                  <a:pt x="330" y="102"/>
                </a:lnTo>
                <a:lnTo>
                  <a:pt x="321" y="99"/>
                </a:lnTo>
                <a:lnTo>
                  <a:pt x="312" y="97"/>
                </a:lnTo>
                <a:lnTo>
                  <a:pt x="302" y="94"/>
                </a:lnTo>
                <a:lnTo>
                  <a:pt x="293" y="93"/>
                </a:lnTo>
                <a:lnTo>
                  <a:pt x="274" y="91"/>
                </a:lnTo>
                <a:lnTo>
                  <a:pt x="255" y="90"/>
                </a:lnTo>
                <a:lnTo>
                  <a:pt x="243" y="90"/>
                </a:lnTo>
                <a:lnTo>
                  <a:pt x="231" y="91"/>
                </a:lnTo>
                <a:lnTo>
                  <a:pt x="221" y="94"/>
                </a:lnTo>
                <a:lnTo>
                  <a:pt x="210" y="96"/>
                </a:lnTo>
                <a:lnTo>
                  <a:pt x="201" y="100"/>
                </a:lnTo>
                <a:lnTo>
                  <a:pt x="192" y="104"/>
                </a:lnTo>
                <a:lnTo>
                  <a:pt x="184" y="109"/>
                </a:lnTo>
                <a:lnTo>
                  <a:pt x="176" y="114"/>
                </a:lnTo>
                <a:lnTo>
                  <a:pt x="169" y="120"/>
                </a:lnTo>
                <a:lnTo>
                  <a:pt x="163" y="127"/>
                </a:lnTo>
                <a:lnTo>
                  <a:pt x="158" y="135"/>
                </a:lnTo>
                <a:lnTo>
                  <a:pt x="155" y="143"/>
                </a:lnTo>
                <a:lnTo>
                  <a:pt x="151" y="152"/>
                </a:lnTo>
                <a:lnTo>
                  <a:pt x="149" y="161"/>
                </a:lnTo>
                <a:lnTo>
                  <a:pt x="147" y="170"/>
                </a:lnTo>
                <a:lnTo>
                  <a:pt x="146" y="180"/>
                </a:lnTo>
                <a:lnTo>
                  <a:pt x="147" y="187"/>
                </a:lnTo>
                <a:lnTo>
                  <a:pt x="148" y="194"/>
                </a:lnTo>
                <a:lnTo>
                  <a:pt x="149" y="201"/>
                </a:lnTo>
                <a:lnTo>
                  <a:pt x="151" y="208"/>
                </a:lnTo>
                <a:lnTo>
                  <a:pt x="154" y="214"/>
                </a:lnTo>
                <a:lnTo>
                  <a:pt x="158" y="219"/>
                </a:lnTo>
                <a:lnTo>
                  <a:pt x="161" y="224"/>
                </a:lnTo>
                <a:lnTo>
                  <a:pt x="166" y="229"/>
                </a:lnTo>
                <a:lnTo>
                  <a:pt x="172" y="234"/>
                </a:lnTo>
                <a:lnTo>
                  <a:pt x="178" y="238"/>
                </a:lnTo>
                <a:lnTo>
                  <a:pt x="185" y="243"/>
                </a:lnTo>
                <a:lnTo>
                  <a:pt x="193" y="246"/>
                </a:lnTo>
                <a:lnTo>
                  <a:pt x="202" y="251"/>
                </a:lnTo>
                <a:lnTo>
                  <a:pt x="213" y="254"/>
                </a:lnTo>
                <a:lnTo>
                  <a:pt x="223" y="258"/>
                </a:lnTo>
                <a:lnTo>
                  <a:pt x="235" y="261"/>
                </a:lnTo>
                <a:lnTo>
                  <a:pt x="313" y="284"/>
                </a:lnTo>
                <a:lnTo>
                  <a:pt x="331" y="290"/>
                </a:lnTo>
                <a:lnTo>
                  <a:pt x="348" y="296"/>
                </a:lnTo>
                <a:lnTo>
                  <a:pt x="364" y="304"/>
                </a:lnTo>
                <a:lnTo>
                  <a:pt x="380" y="312"/>
                </a:lnTo>
                <a:lnTo>
                  <a:pt x="394" y="321"/>
                </a:lnTo>
                <a:lnTo>
                  <a:pt x="407" y="330"/>
                </a:lnTo>
                <a:lnTo>
                  <a:pt x="420" y="341"/>
                </a:lnTo>
                <a:lnTo>
                  <a:pt x="431" y="352"/>
                </a:lnTo>
                <a:lnTo>
                  <a:pt x="441" y="364"/>
                </a:lnTo>
                <a:lnTo>
                  <a:pt x="450" y="377"/>
                </a:lnTo>
                <a:lnTo>
                  <a:pt x="455" y="384"/>
                </a:lnTo>
                <a:lnTo>
                  <a:pt x="459" y="391"/>
                </a:lnTo>
                <a:lnTo>
                  <a:pt x="462" y="398"/>
                </a:lnTo>
                <a:lnTo>
                  <a:pt x="464" y="406"/>
                </a:lnTo>
                <a:lnTo>
                  <a:pt x="467" y="414"/>
                </a:lnTo>
                <a:lnTo>
                  <a:pt x="470" y="421"/>
                </a:lnTo>
                <a:lnTo>
                  <a:pt x="472" y="429"/>
                </a:lnTo>
                <a:lnTo>
                  <a:pt x="473" y="438"/>
                </a:lnTo>
                <a:lnTo>
                  <a:pt x="475" y="447"/>
                </a:lnTo>
                <a:lnTo>
                  <a:pt x="476" y="456"/>
                </a:lnTo>
                <a:lnTo>
                  <a:pt x="476" y="464"/>
                </a:lnTo>
                <a:lnTo>
                  <a:pt x="476" y="473"/>
                </a:lnTo>
                <a:lnTo>
                  <a:pt x="476" y="484"/>
                </a:lnTo>
                <a:lnTo>
                  <a:pt x="476" y="494"/>
                </a:lnTo>
                <a:lnTo>
                  <a:pt x="474" y="504"/>
                </a:lnTo>
                <a:lnTo>
                  <a:pt x="473" y="514"/>
                </a:lnTo>
                <a:lnTo>
                  <a:pt x="470" y="524"/>
                </a:lnTo>
                <a:lnTo>
                  <a:pt x="467" y="534"/>
                </a:lnTo>
                <a:lnTo>
                  <a:pt x="464" y="543"/>
                </a:lnTo>
                <a:lnTo>
                  <a:pt x="460" y="553"/>
                </a:lnTo>
                <a:lnTo>
                  <a:pt x="456" y="563"/>
                </a:lnTo>
                <a:lnTo>
                  <a:pt x="451" y="572"/>
                </a:lnTo>
                <a:lnTo>
                  <a:pt x="445" y="581"/>
                </a:lnTo>
                <a:lnTo>
                  <a:pt x="439" y="590"/>
                </a:lnTo>
                <a:lnTo>
                  <a:pt x="433" y="598"/>
                </a:lnTo>
                <a:lnTo>
                  <a:pt x="426" y="606"/>
                </a:lnTo>
                <a:lnTo>
                  <a:pt x="419" y="613"/>
                </a:lnTo>
                <a:lnTo>
                  <a:pt x="411" y="622"/>
                </a:lnTo>
                <a:lnTo>
                  <a:pt x="403" y="628"/>
                </a:lnTo>
                <a:lnTo>
                  <a:pt x="394" y="636"/>
                </a:lnTo>
                <a:lnTo>
                  <a:pt x="384" y="642"/>
                </a:lnTo>
                <a:lnTo>
                  <a:pt x="374" y="648"/>
                </a:lnTo>
                <a:lnTo>
                  <a:pt x="364" y="654"/>
                </a:lnTo>
                <a:lnTo>
                  <a:pt x="353" y="660"/>
                </a:lnTo>
                <a:lnTo>
                  <a:pt x="342" y="664"/>
                </a:lnTo>
                <a:lnTo>
                  <a:pt x="330" y="669"/>
                </a:lnTo>
                <a:lnTo>
                  <a:pt x="318" y="673"/>
                </a:lnTo>
                <a:lnTo>
                  <a:pt x="304" y="676"/>
                </a:lnTo>
                <a:lnTo>
                  <a:pt x="291" y="679"/>
                </a:lnTo>
                <a:lnTo>
                  <a:pt x="277" y="682"/>
                </a:lnTo>
                <a:lnTo>
                  <a:pt x="263" y="684"/>
                </a:lnTo>
                <a:lnTo>
                  <a:pt x="248" y="685"/>
                </a:lnTo>
                <a:lnTo>
                  <a:pt x="234" y="686"/>
                </a:lnTo>
                <a:lnTo>
                  <a:pt x="218" y="6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8" name="Freeform 42"/>
          <p:cNvSpPr>
            <a:spLocks/>
          </p:cNvSpPr>
          <p:nvPr/>
        </p:nvSpPr>
        <p:spPr bwMode="auto">
          <a:xfrm>
            <a:off x="13798550" y="1301750"/>
            <a:ext cx="519113" cy="765175"/>
          </a:xfrm>
          <a:custGeom>
            <a:avLst/>
            <a:gdLst>
              <a:gd name="T0" fmla="*/ 2147483647 w 362"/>
              <a:gd name="T1" fmla="*/ 2147483647 h 510"/>
              <a:gd name="T2" fmla="*/ 2147483647 w 362"/>
              <a:gd name="T3" fmla="*/ 2147483647 h 510"/>
              <a:gd name="T4" fmla="*/ 2147483647 w 362"/>
              <a:gd name="T5" fmla="*/ 2147483647 h 510"/>
              <a:gd name="T6" fmla="*/ 2147483647 w 362"/>
              <a:gd name="T7" fmla="*/ 2147483647 h 510"/>
              <a:gd name="T8" fmla="*/ 2147483647 w 362"/>
              <a:gd name="T9" fmla="*/ 2147483647 h 510"/>
              <a:gd name="T10" fmla="*/ 2147483647 w 362"/>
              <a:gd name="T11" fmla="*/ 2147483647 h 510"/>
              <a:gd name="T12" fmla="*/ 2147483647 w 362"/>
              <a:gd name="T13" fmla="*/ 2147483647 h 510"/>
              <a:gd name="T14" fmla="*/ 2147483647 w 362"/>
              <a:gd name="T15" fmla="*/ 2147483647 h 510"/>
              <a:gd name="T16" fmla="*/ 2147483647 w 362"/>
              <a:gd name="T17" fmla="*/ 2147483647 h 510"/>
              <a:gd name="T18" fmla="*/ 2147483647 w 362"/>
              <a:gd name="T19" fmla="*/ 2147483647 h 510"/>
              <a:gd name="T20" fmla="*/ 0 w 362"/>
              <a:gd name="T21" fmla="*/ 2147483647 h 510"/>
              <a:gd name="T22" fmla="*/ 2147483647 w 362"/>
              <a:gd name="T23" fmla="*/ 2147483647 h 510"/>
              <a:gd name="T24" fmla="*/ 2147483647 w 362"/>
              <a:gd name="T25" fmla="*/ 2147483647 h 510"/>
              <a:gd name="T26" fmla="*/ 2147483647 w 362"/>
              <a:gd name="T27" fmla="*/ 2147483647 h 510"/>
              <a:gd name="T28" fmla="*/ 2147483647 w 362"/>
              <a:gd name="T29" fmla="*/ 2147483647 h 510"/>
              <a:gd name="T30" fmla="*/ 2147483647 w 362"/>
              <a:gd name="T31" fmla="*/ 2147483647 h 510"/>
              <a:gd name="T32" fmla="*/ 2147483647 w 362"/>
              <a:gd name="T33" fmla="*/ 2147483647 h 510"/>
              <a:gd name="T34" fmla="*/ 2147483647 w 362"/>
              <a:gd name="T35" fmla="*/ 2147483647 h 510"/>
              <a:gd name="T36" fmla="*/ 2147483647 w 362"/>
              <a:gd name="T37" fmla="*/ 2147483647 h 510"/>
              <a:gd name="T38" fmla="*/ 2147483647 w 362"/>
              <a:gd name="T39" fmla="*/ 2147483647 h 510"/>
              <a:gd name="T40" fmla="*/ 2147483647 w 362"/>
              <a:gd name="T41" fmla="*/ 2147483647 h 510"/>
              <a:gd name="T42" fmla="*/ 2147483647 w 362"/>
              <a:gd name="T43" fmla="*/ 2147483647 h 510"/>
              <a:gd name="T44" fmla="*/ 2147483647 w 362"/>
              <a:gd name="T45" fmla="*/ 2147483647 h 510"/>
              <a:gd name="T46" fmla="*/ 2147483647 w 362"/>
              <a:gd name="T47" fmla="*/ 2147483647 h 510"/>
              <a:gd name="T48" fmla="*/ 2147483647 w 362"/>
              <a:gd name="T49" fmla="*/ 2147483647 h 510"/>
              <a:gd name="T50" fmla="*/ 2147483647 w 362"/>
              <a:gd name="T51" fmla="*/ 2147483647 h 510"/>
              <a:gd name="T52" fmla="*/ 2147483647 w 362"/>
              <a:gd name="T53" fmla="*/ 2147483647 h 510"/>
              <a:gd name="T54" fmla="*/ 2147483647 w 362"/>
              <a:gd name="T55" fmla="*/ 2147483647 h 510"/>
              <a:gd name="T56" fmla="*/ 2147483647 w 362"/>
              <a:gd name="T57" fmla="*/ 2147483647 h 510"/>
              <a:gd name="T58" fmla="*/ 2147483647 w 362"/>
              <a:gd name="T59" fmla="*/ 2147483647 h 510"/>
              <a:gd name="T60" fmla="*/ 2147483647 w 362"/>
              <a:gd name="T61" fmla="*/ 2147483647 h 510"/>
              <a:gd name="T62" fmla="*/ 2147483647 w 362"/>
              <a:gd name="T63" fmla="*/ 2147483647 h 510"/>
              <a:gd name="T64" fmla="*/ 2147483647 w 362"/>
              <a:gd name="T65" fmla="*/ 2147483647 h 510"/>
              <a:gd name="T66" fmla="*/ 2147483647 w 362"/>
              <a:gd name="T67" fmla="*/ 2147483647 h 510"/>
              <a:gd name="T68" fmla="*/ 2147483647 w 362"/>
              <a:gd name="T69" fmla="*/ 2147483647 h 510"/>
              <a:gd name="T70" fmla="*/ 2147483647 w 362"/>
              <a:gd name="T71" fmla="*/ 2147483647 h 510"/>
              <a:gd name="T72" fmla="*/ 2147483647 w 362"/>
              <a:gd name="T73" fmla="*/ 2147483647 h 510"/>
              <a:gd name="T74" fmla="*/ 2147483647 w 362"/>
              <a:gd name="T75" fmla="*/ 2147483647 h 510"/>
              <a:gd name="T76" fmla="*/ 2147483647 w 362"/>
              <a:gd name="T77" fmla="*/ 2147483647 h 510"/>
              <a:gd name="T78" fmla="*/ 2147483647 w 362"/>
              <a:gd name="T79" fmla="*/ 2147483647 h 510"/>
              <a:gd name="T80" fmla="*/ 2147483647 w 362"/>
              <a:gd name="T81" fmla="*/ 2147483647 h 510"/>
              <a:gd name="T82" fmla="*/ 2147483647 w 362"/>
              <a:gd name="T83" fmla="*/ 2147483647 h 510"/>
              <a:gd name="T84" fmla="*/ 2147483647 w 362"/>
              <a:gd name="T85" fmla="*/ 2147483647 h 510"/>
              <a:gd name="T86" fmla="*/ 2147483647 w 362"/>
              <a:gd name="T87" fmla="*/ 2147483647 h 510"/>
              <a:gd name="T88" fmla="*/ 2147483647 w 362"/>
              <a:gd name="T89" fmla="*/ 2147483647 h 510"/>
              <a:gd name="T90" fmla="*/ 2147483647 w 362"/>
              <a:gd name="T91" fmla="*/ 2147483647 h 510"/>
              <a:gd name="T92" fmla="*/ 2147483647 w 362"/>
              <a:gd name="T93" fmla="*/ 2147483647 h 510"/>
              <a:gd name="T94" fmla="*/ 2147483647 w 362"/>
              <a:gd name="T95" fmla="*/ 2147483647 h 510"/>
              <a:gd name="T96" fmla="*/ 2147483647 w 362"/>
              <a:gd name="T97" fmla="*/ 2147483647 h 510"/>
              <a:gd name="T98" fmla="*/ 2147483647 w 362"/>
              <a:gd name="T99" fmla="*/ 2147483647 h 510"/>
              <a:gd name="T100" fmla="*/ 2147483647 w 362"/>
              <a:gd name="T101" fmla="*/ 2147483647 h 510"/>
              <a:gd name="T102" fmla="*/ 2147483647 w 362"/>
              <a:gd name="T103" fmla="*/ 2147483647 h 510"/>
              <a:gd name="T104" fmla="*/ 2147483647 w 362"/>
              <a:gd name="T105" fmla="*/ 2147483647 h 510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362" h="510">
                <a:moveTo>
                  <a:pt x="207" y="510"/>
                </a:moveTo>
                <a:lnTo>
                  <a:pt x="195" y="510"/>
                </a:lnTo>
                <a:lnTo>
                  <a:pt x="183" y="510"/>
                </a:lnTo>
                <a:lnTo>
                  <a:pt x="171" y="508"/>
                </a:lnTo>
                <a:lnTo>
                  <a:pt x="160" y="506"/>
                </a:lnTo>
                <a:lnTo>
                  <a:pt x="149" y="504"/>
                </a:lnTo>
                <a:lnTo>
                  <a:pt x="139" y="501"/>
                </a:lnTo>
                <a:lnTo>
                  <a:pt x="128" y="498"/>
                </a:lnTo>
                <a:lnTo>
                  <a:pt x="119" y="493"/>
                </a:lnTo>
                <a:lnTo>
                  <a:pt x="109" y="489"/>
                </a:lnTo>
                <a:lnTo>
                  <a:pt x="100" y="484"/>
                </a:lnTo>
                <a:lnTo>
                  <a:pt x="92" y="478"/>
                </a:lnTo>
                <a:lnTo>
                  <a:pt x="83" y="472"/>
                </a:lnTo>
                <a:lnTo>
                  <a:pt x="75" y="466"/>
                </a:lnTo>
                <a:lnTo>
                  <a:pt x="68" y="460"/>
                </a:lnTo>
                <a:lnTo>
                  <a:pt x="61" y="452"/>
                </a:lnTo>
                <a:lnTo>
                  <a:pt x="54" y="444"/>
                </a:lnTo>
                <a:lnTo>
                  <a:pt x="48" y="436"/>
                </a:lnTo>
                <a:lnTo>
                  <a:pt x="42" y="428"/>
                </a:lnTo>
                <a:lnTo>
                  <a:pt x="36" y="418"/>
                </a:lnTo>
                <a:lnTo>
                  <a:pt x="31" y="408"/>
                </a:lnTo>
                <a:lnTo>
                  <a:pt x="26" y="399"/>
                </a:lnTo>
                <a:lnTo>
                  <a:pt x="22" y="388"/>
                </a:lnTo>
                <a:lnTo>
                  <a:pt x="17" y="377"/>
                </a:lnTo>
                <a:lnTo>
                  <a:pt x="14" y="366"/>
                </a:lnTo>
                <a:lnTo>
                  <a:pt x="11" y="354"/>
                </a:lnTo>
                <a:lnTo>
                  <a:pt x="8" y="342"/>
                </a:lnTo>
                <a:lnTo>
                  <a:pt x="5" y="329"/>
                </a:lnTo>
                <a:lnTo>
                  <a:pt x="4" y="317"/>
                </a:lnTo>
                <a:lnTo>
                  <a:pt x="2" y="303"/>
                </a:lnTo>
                <a:lnTo>
                  <a:pt x="1" y="290"/>
                </a:lnTo>
                <a:lnTo>
                  <a:pt x="1" y="276"/>
                </a:lnTo>
                <a:lnTo>
                  <a:pt x="0" y="261"/>
                </a:lnTo>
                <a:lnTo>
                  <a:pt x="1" y="245"/>
                </a:lnTo>
                <a:lnTo>
                  <a:pt x="2" y="229"/>
                </a:lnTo>
                <a:lnTo>
                  <a:pt x="3" y="214"/>
                </a:lnTo>
                <a:lnTo>
                  <a:pt x="5" y="199"/>
                </a:lnTo>
                <a:lnTo>
                  <a:pt x="8" y="185"/>
                </a:lnTo>
                <a:lnTo>
                  <a:pt x="11" y="172"/>
                </a:lnTo>
                <a:lnTo>
                  <a:pt x="14" y="158"/>
                </a:lnTo>
                <a:lnTo>
                  <a:pt x="19" y="146"/>
                </a:lnTo>
                <a:lnTo>
                  <a:pt x="23" y="134"/>
                </a:lnTo>
                <a:lnTo>
                  <a:pt x="28" y="122"/>
                </a:lnTo>
                <a:lnTo>
                  <a:pt x="34" y="111"/>
                </a:lnTo>
                <a:lnTo>
                  <a:pt x="40" y="101"/>
                </a:lnTo>
                <a:lnTo>
                  <a:pt x="46" y="91"/>
                </a:lnTo>
                <a:lnTo>
                  <a:pt x="52" y="81"/>
                </a:lnTo>
                <a:lnTo>
                  <a:pt x="60" y="73"/>
                </a:lnTo>
                <a:lnTo>
                  <a:pt x="66" y="64"/>
                </a:lnTo>
                <a:lnTo>
                  <a:pt x="75" y="57"/>
                </a:lnTo>
                <a:lnTo>
                  <a:pt x="82" y="49"/>
                </a:lnTo>
                <a:lnTo>
                  <a:pt x="90" y="43"/>
                </a:lnTo>
                <a:lnTo>
                  <a:pt x="99" y="36"/>
                </a:lnTo>
                <a:lnTo>
                  <a:pt x="107" y="30"/>
                </a:lnTo>
                <a:lnTo>
                  <a:pt x="116" y="25"/>
                </a:lnTo>
                <a:lnTo>
                  <a:pt x="126" y="20"/>
                </a:lnTo>
                <a:lnTo>
                  <a:pt x="135" y="16"/>
                </a:lnTo>
                <a:lnTo>
                  <a:pt x="145" y="12"/>
                </a:lnTo>
                <a:lnTo>
                  <a:pt x="154" y="9"/>
                </a:lnTo>
                <a:lnTo>
                  <a:pt x="164" y="6"/>
                </a:lnTo>
                <a:lnTo>
                  <a:pt x="174" y="4"/>
                </a:lnTo>
                <a:lnTo>
                  <a:pt x="184" y="3"/>
                </a:lnTo>
                <a:lnTo>
                  <a:pt x="194" y="1"/>
                </a:lnTo>
                <a:lnTo>
                  <a:pt x="204" y="0"/>
                </a:lnTo>
                <a:lnTo>
                  <a:pt x="215" y="0"/>
                </a:lnTo>
                <a:lnTo>
                  <a:pt x="233" y="1"/>
                </a:lnTo>
                <a:lnTo>
                  <a:pt x="251" y="3"/>
                </a:lnTo>
                <a:lnTo>
                  <a:pt x="260" y="4"/>
                </a:lnTo>
                <a:lnTo>
                  <a:pt x="268" y="6"/>
                </a:lnTo>
                <a:lnTo>
                  <a:pt x="277" y="8"/>
                </a:lnTo>
                <a:lnTo>
                  <a:pt x="286" y="11"/>
                </a:lnTo>
                <a:lnTo>
                  <a:pt x="293" y="14"/>
                </a:lnTo>
                <a:lnTo>
                  <a:pt x="301" y="18"/>
                </a:lnTo>
                <a:lnTo>
                  <a:pt x="309" y="23"/>
                </a:lnTo>
                <a:lnTo>
                  <a:pt x="317" y="28"/>
                </a:lnTo>
                <a:lnTo>
                  <a:pt x="325" y="33"/>
                </a:lnTo>
                <a:lnTo>
                  <a:pt x="332" y="39"/>
                </a:lnTo>
                <a:lnTo>
                  <a:pt x="341" y="46"/>
                </a:lnTo>
                <a:lnTo>
                  <a:pt x="349" y="53"/>
                </a:lnTo>
                <a:lnTo>
                  <a:pt x="296" y="123"/>
                </a:lnTo>
                <a:lnTo>
                  <a:pt x="286" y="114"/>
                </a:lnTo>
                <a:lnTo>
                  <a:pt x="275" y="106"/>
                </a:lnTo>
                <a:lnTo>
                  <a:pt x="265" y="99"/>
                </a:lnTo>
                <a:lnTo>
                  <a:pt x="255" y="95"/>
                </a:lnTo>
                <a:lnTo>
                  <a:pt x="245" y="90"/>
                </a:lnTo>
                <a:lnTo>
                  <a:pt x="235" y="87"/>
                </a:lnTo>
                <a:lnTo>
                  <a:pt x="224" y="86"/>
                </a:lnTo>
                <a:lnTo>
                  <a:pt x="215" y="85"/>
                </a:lnTo>
                <a:lnTo>
                  <a:pt x="208" y="86"/>
                </a:lnTo>
                <a:lnTo>
                  <a:pt x="202" y="87"/>
                </a:lnTo>
                <a:lnTo>
                  <a:pt x="196" y="87"/>
                </a:lnTo>
                <a:lnTo>
                  <a:pt x="190" y="89"/>
                </a:lnTo>
                <a:lnTo>
                  <a:pt x="185" y="90"/>
                </a:lnTo>
                <a:lnTo>
                  <a:pt x="180" y="93"/>
                </a:lnTo>
                <a:lnTo>
                  <a:pt x="175" y="95"/>
                </a:lnTo>
                <a:lnTo>
                  <a:pt x="169" y="98"/>
                </a:lnTo>
                <a:lnTo>
                  <a:pt x="164" y="102"/>
                </a:lnTo>
                <a:lnTo>
                  <a:pt x="160" y="105"/>
                </a:lnTo>
                <a:lnTo>
                  <a:pt x="155" y="109"/>
                </a:lnTo>
                <a:lnTo>
                  <a:pt x="151" y="113"/>
                </a:lnTo>
                <a:lnTo>
                  <a:pt x="148" y="118"/>
                </a:lnTo>
                <a:lnTo>
                  <a:pt x="144" y="123"/>
                </a:lnTo>
                <a:lnTo>
                  <a:pt x="141" y="128"/>
                </a:lnTo>
                <a:lnTo>
                  <a:pt x="138" y="134"/>
                </a:lnTo>
                <a:lnTo>
                  <a:pt x="133" y="146"/>
                </a:lnTo>
                <a:lnTo>
                  <a:pt x="128" y="160"/>
                </a:lnTo>
                <a:lnTo>
                  <a:pt x="125" y="175"/>
                </a:lnTo>
                <a:lnTo>
                  <a:pt x="122" y="190"/>
                </a:lnTo>
                <a:lnTo>
                  <a:pt x="120" y="208"/>
                </a:lnTo>
                <a:lnTo>
                  <a:pt x="119" y="227"/>
                </a:lnTo>
                <a:lnTo>
                  <a:pt x="118" y="248"/>
                </a:lnTo>
                <a:lnTo>
                  <a:pt x="117" y="270"/>
                </a:lnTo>
                <a:lnTo>
                  <a:pt x="118" y="294"/>
                </a:lnTo>
                <a:lnTo>
                  <a:pt x="119" y="315"/>
                </a:lnTo>
                <a:lnTo>
                  <a:pt x="122" y="335"/>
                </a:lnTo>
                <a:lnTo>
                  <a:pt x="125" y="352"/>
                </a:lnTo>
                <a:lnTo>
                  <a:pt x="128" y="360"/>
                </a:lnTo>
                <a:lnTo>
                  <a:pt x="130" y="367"/>
                </a:lnTo>
                <a:lnTo>
                  <a:pt x="133" y="374"/>
                </a:lnTo>
                <a:lnTo>
                  <a:pt x="136" y="381"/>
                </a:lnTo>
                <a:lnTo>
                  <a:pt x="139" y="387"/>
                </a:lnTo>
                <a:lnTo>
                  <a:pt x="142" y="392"/>
                </a:lnTo>
                <a:lnTo>
                  <a:pt x="146" y="397"/>
                </a:lnTo>
                <a:lnTo>
                  <a:pt x="150" y="402"/>
                </a:lnTo>
                <a:lnTo>
                  <a:pt x="156" y="408"/>
                </a:lnTo>
                <a:lnTo>
                  <a:pt x="163" y="414"/>
                </a:lnTo>
                <a:lnTo>
                  <a:pt x="170" y="419"/>
                </a:lnTo>
                <a:lnTo>
                  <a:pt x="178" y="423"/>
                </a:lnTo>
                <a:lnTo>
                  <a:pt x="186" y="426"/>
                </a:lnTo>
                <a:lnTo>
                  <a:pt x="195" y="428"/>
                </a:lnTo>
                <a:lnTo>
                  <a:pt x="205" y="429"/>
                </a:lnTo>
                <a:lnTo>
                  <a:pt x="215" y="430"/>
                </a:lnTo>
                <a:lnTo>
                  <a:pt x="221" y="430"/>
                </a:lnTo>
                <a:lnTo>
                  <a:pt x="227" y="429"/>
                </a:lnTo>
                <a:lnTo>
                  <a:pt x="233" y="429"/>
                </a:lnTo>
                <a:lnTo>
                  <a:pt x="239" y="427"/>
                </a:lnTo>
                <a:lnTo>
                  <a:pt x="252" y="423"/>
                </a:lnTo>
                <a:lnTo>
                  <a:pt x="264" y="418"/>
                </a:lnTo>
                <a:lnTo>
                  <a:pt x="277" y="411"/>
                </a:lnTo>
                <a:lnTo>
                  <a:pt x="289" y="402"/>
                </a:lnTo>
                <a:lnTo>
                  <a:pt x="300" y="393"/>
                </a:lnTo>
                <a:lnTo>
                  <a:pt x="312" y="382"/>
                </a:lnTo>
                <a:lnTo>
                  <a:pt x="362" y="446"/>
                </a:lnTo>
                <a:lnTo>
                  <a:pt x="354" y="454"/>
                </a:lnTo>
                <a:lnTo>
                  <a:pt x="346" y="461"/>
                </a:lnTo>
                <a:lnTo>
                  <a:pt x="337" y="469"/>
                </a:lnTo>
                <a:lnTo>
                  <a:pt x="329" y="475"/>
                </a:lnTo>
                <a:lnTo>
                  <a:pt x="320" y="481"/>
                </a:lnTo>
                <a:lnTo>
                  <a:pt x="311" y="486"/>
                </a:lnTo>
                <a:lnTo>
                  <a:pt x="302" y="490"/>
                </a:lnTo>
                <a:lnTo>
                  <a:pt x="292" y="495"/>
                </a:lnTo>
                <a:lnTo>
                  <a:pt x="283" y="499"/>
                </a:lnTo>
                <a:lnTo>
                  <a:pt x="273" y="501"/>
                </a:lnTo>
                <a:lnTo>
                  <a:pt x="263" y="504"/>
                </a:lnTo>
                <a:lnTo>
                  <a:pt x="252" y="507"/>
                </a:lnTo>
                <a:lnTo>
                  <a:pt x="242" y="508"/>
                </a:lnTo>
                <a:lnTo>
                  <a:pt x="230" y="510"/>
                </a:lnTo>
                <a:lnTo>
                  <a:pt x="218" y="510"/>
                </a:lnTo>
                <a:lnTo>
                  <a:pt x="207" y="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49" name="Freeform 43"/>
          <p:cNvSpPr>
            <a:spLocks/>
          </p:cNvSpPr>
          <p:nvPr/>
        </p:nvSpPr>
        <p:spPr bwMode="auto">
          <a:xfrm>
            <a:off x="14419263" y="990602"/>
            <a:ext cx="569912" cy="1058863"/>
          </a:xfrm>
          <a:custGeom>
            <a:avLst/>
            <a:gdLst>
              <a:gd name="T0" fmla="*/ 2147483647 w 398"/>
              <a:gd name="T1" fmla="*/ 2147483647 h 706"/>
              <a:gd name="T2" fmla="*/ 2147483647 w 398"/>
              <a:gd name="T3" fmla="*/ 2147483647 h 706"/>
              <a:gd name="T4" fmla="*/ 2147483647 w 398"/>
              <a:gd name="T5" fmla="*/ 2147483647 h 706"/>
              <a:gd name="T6" fmla="*/ 2147483647 w 398"/>
              <a:gd name="T7" fmla="*/ 2147483647 h 706"/>
              <a:gd name="T8" fmla="*/ 2147483647 w 398"/>
              <a:gd name="T9" fmla="*/ 2147483647 h 706"/>
              <a:gd name="T10" fmla="*/ 2147483647 w 398"/>
              <a:gd name="T11" fmla="*/ 2147483647 h 706"/>
              <a:gd name="T12" fmla="*/ 2147483647 w 398"/>
              <a:gd name="T13" fmla="*/ 2147483647 h 706"/>
              <a:gd name="T14" fmla="*/ 2147483647 w 398"/>
              <a:gd name="T15" fmla="*/ 2147483647 h 706"/>
              <a:gd name="T16" fmla="*/ 2147483647 w 398"/>
              <a:gd name="T17" fmla="*/ 2147483647 h 706"/>
              <a:gd name="T18" fmla="*/ 2147483647 w 398"/>
              <a:gd name="T19" fmla="*/ 2147483647 h 706"/>
              <a:gd name="T20" fmla="*/ 2147483647 w 398"/>
              <a:gd name="T21" fmla="*/ 2147483647 h 706"/>
              <a:gd name="T22" fmla="*/ 2147483647 w 398"/>
              <a:gd name="T23" fmla="*/ 2147483647 h 706"/>
              <a:gd name="T24" fmla="*/ 2147483647 w 398"/>
              <a:gd name="T25" fmla="*/ 2147483647 h 706"/>
              <a:gd name="T26" fmla="*/ 2147483647 w 398"/>
              <a:gd name="T27" fmla="*/ 2147483647 h 706"/>
              <a:gd name="T28" fmla="*/ 2147483647 w 398"/>
              <a:gd name="T29" fmla="*/ 2147483647 h 706"/>
              <a:gd name="T30" fmla="*/ 2147483647 w 398"/>
              <a:gd name="T31" fmla="*/ 2147483647 h 706"/>
              <a:gd name="T32" fmla="*/ 2147483647 w 398"/>
              <a:gd name="T33" fmla="*/ 2147483647 h 706"/>
              <a:gd name="T34" fmla="*/ 2147483647 w 398"/>
              <a:gd name="T35" fmla="*/ 2147483647 h 706"/>
              <a:gd name="T36" fmla="*/ 2147483647 w 398"/>
              <a:gd name="T37" fmla="*/ 2147483647 h 706"/>
              <a:gd name="T38" fmla="*/ 2147483647 w 398"/>
              <a:gd name="T39" fmla="*/ 0 h 706"/>
              <a:gd name="T40" fmla="*/ 2147483647 w 398"/>
              <a:gd name="T41" fmla="*/ 2147483647 h 706"/>
              <a:gd name="T42" fmla="*/ 2147483647 w 398"/>
              <a:gd name="T43" fmla="*/ 2147483647 h 706"/>
              <a:gd name="T44" fmla="*/ 2147483647 w 398"/>
              <a:gd name="T45" fmla="*/ 2147483647 h 706"/>
              <a:gd name="T46" fmla="*/ 2147483647 w 398"/>
              <a:gd name="T47" fmla="*/ 2147483647 h 706"/>
              <a:gd name="T48" fmla="*/ 2147483647 w 398"/>
              <a:gd name="T49" fmla="*/ 2147483647 h 706"/>
              <a:gd name="T50" fmla="*/ 2147483647 w 398"/>
              <a:gd name="T51" fmla="*/ 2147483647 h 706"/>
              <a:gd name="T52" fmla="*/ 2147483647 w 398"/>
              <a:gd name="T53" fmla="*/ 2147483647 h 706"/>
              <a:gd name="T54" fmla="*/ 2147483647 w 398"/>
              <a:gd name="T55" fmla="*/ 2147483647 h 706"/>
              <a:gd name="T56" fmla="*/ 2147483647 w 398"/>
              <a:gd name="T57" fmla="*/ 2147483647 h 706"/>
              <a:gd name="T58" fmla="*/ 2147483647 w 398"/>
              <a:gd name="T59" fmla="*/ 2147483647 h 706"/>
              <a:gd name="T60" fmla="*/ 2147483647 w 398"/>
              <a:gd name="T61" fmla="*/ 2147483647 h 706"/>
              <a:gd name="T62" fmla="*/ 2147483647 w 398"/>
              <a:gd name="T63" fmla="*/ 2147483647 h 706"/>
              <a:gd name="T64" fmla="*/ 2147483647 w 398"/>
              <a:gd name="T65" fmla="*/ 2147483647 h 706"/>
              <a:gd name="T66" fmla="*/ 2147483647 w 398"/>
              <a:gd name="T67" fmla="*/ 2147483647 h 706"/>
              <a:gd name="T68" fmla="*/ 2147483647 w 398"/>
              <a:gd name="T69" fmla="*/ 2147483647 h 706"/>
              <a:gd name="T70" fmla="*/ 2147483647 w 398"/>
              <a:gd name="T71" fmla="*/ 2147483647 h 706"/>
              <a:gd name="T72" fmla="*/ 2147483647 w 398"/>
              <a:gd name="T73" fmla="*/ 2147483647 h 706"/>
              <a:gd name="T74" fmla="*/ 2147483647 w 398"/>
              <a:gd name="T75" fmla="*/ 2147483647 h 706"/>
              <a:gd name="T76" fmla="*/ 2147483647 w 398"/>
              <a:gd name="T77" fmla="*/ 2147483647 h 706"/>
              <a:gd name="T78" fmla="*/ 2147483647 w 398"/>
              <a:gd name="T79" fmla="*/ 2147483647 h 706"/>
              <a:gd name="T80" fmla="*/ 2147483647 w 398"/>
              <a:gd name="T81" fmla="*/ 2147483647 h 706"/>
              <a:gd name="T82" fmla="*/ 2147483647 w 398"/>
              <a:gd name="T83" fmla="*/ 2147483647 h 706"/>
              <a:gd name="T84" fmla="*/ 2147483647 w 398"/>
              <a:gd name="T85" fmla="*/ 2147483647 h 706"/>
              <a:gd name="T86" fmla="*/ 2147483647 w 398"/>
              <a:gd name="T87" fmla="*/ 2147483647 h 706"/>
              <a:gd name="T88" fmla="*/ 2147483647 w 398"/>
              <a:gd name="T89" fmla="*/ 2147483647 h 706"/>
              <a:gd name="T90" fmla="*/ 2147483647 w 398"/>
              <a:gd name="T91" fmla="*/ 2147483647 h 706"/>
              <a:gd name="T92" fmla="*/ 2147483647 w 398"/>
              <a:gd name="T93" fmla="*/ 2147483647 h 70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398" h="706">
                <a:moveTo>
                  <a:pt x="295" y="706"/>
                </a:moveTo>
                <a:lnTo>
                  <a:pt x="295" y="376"/>
                </a:lnTo>
                <a:lnTo>
                  <a:pt x="294" y="365"/>
                </a:lnTo>
                <a:lnTo>
                  <a:pt x="294" y="355"/>
                </a:lnTo>
                <a:lnTo>
                  <a:pt x="293" y="346"/>
                </a:lnTo>
                <a:lnTo>
                  <a:pt x="291" y="339"/>
                </a:lnTo>
                <a:lnTo>
                  <a:pt x="288" y="331"/>
                </a:lnTo>
                <a:lnTo>
                  <a:pt x="286" y="325"/>
                </a:lnTo>
                <a:lnTo>
                  <a:pt x="283" y="319"/>
                </a:lnTo>
                <a:lnTo>
                  <a:pt x="280" y="315"/>
                </a:lnTo>
                <a:lnTo>
                  <a:pt x="275" y="310"/>
                </a:lnTo>
                <a:lnTo>
                  <a:pt x="271" y="307"/>
                </a:lnTo>
                <a:lnTo>
                  <a:pt x="265" y="304"/>
                </a:lnTo>
                <a:lnTo>
                  <a:pt x="260" y="302"/>
                </a:lnTo>
                <a:lnTo>
                  <a:pt x="254" y="301"/>
                </a:lnTo>
                <a:lnTo>
                  <a:pt x="247" y="299"/>
                </a:lnTo>
                <a:lnTo>
                  <a:pt x="241" y="298"/>
                </a:lnTo>
                <a:lnTo>
                  <a:pt x="233" y="298"/>
                </a:lnTo>
                <a:lnTo>
                  <a:pt x="227" y="298"/>
                </a:lnTo>
                <a:lnTo>
                  <a:pt x="219" y="299"/>
                </a:lnTo>
                <a:lnTo>
                  <a:pt x="212" y="301"/>
                </a:lnTo>
                <a:lnTo>
                  <a:pt x="204" y="303"/>
                </a:lnTo>
                <a:lnTo>
                  <a:pt x="197" y="305"/>
                </a:lnTo>
                <a:lnTo>
                  <a:pt x="189" y="308"/>
                </a:lnTo>
                <a:lnTo>
                  <a:pt x="181" y="311"/>
                </a:lnTo>
                <a:lnTo>
                  <a:pt x="174" y="315"/>
                </a:lnTo>
                <a:lnTo>
                  <a:pt x="159" y="324"/>
                </a:lnTo>
                <a:lnTo>
                  <a:pt x="144" y="333"/>
                </a:lnTo>
                <a:lnTo>
                  <a:pt x="130" y="345"/>
                </a:lnTo>
                <a:lnTo>
                  <a:pt x="116" y="358"/>
                </a:lnTo>
                <a:lnTo>
                  <a:pt x="116" y="706"/>
                </a:lnTo>
                <a:lnTo>
                  <a:pt x="10" y="706"/>
                </a:lnTo>
                <a:lnTo>
                  <a:pt x="10" y="129"/>
                </a:lnTo>
                <a:lnTo>
                  <a:pt x="9" y="97"/>
                </a:lnTo>
                <a:lnTo>
                  <a:pt x="8" y="69"/>
                </a:lnTo>
                <a:lnTo>
                  <a:pt x="6" y="56"/>
                </a:lnTo>
                <a:lnTo>
                  <a:pt x="5" y="44"/>
                </a:lnTo>
                <a:lnTo>
                  <a:pt x="2" y="33"/>
                </a:lnTo>
                <a:lnTo>
                  <a:pt x="0" y="23"/>
                </a:lnTo>
                <a:lnTo>
                  <a:pt x="107" y="0"/>
                </a:lnTo>
                <a:lnTo>
                  <a:pt x="109" y="11"/>
                </a:lnTo>
                <a:lnTo>
                  <a:pt x="111" y="23"/>
                </a:lnTo>
                <a:lnTo>
                  <a:pt x="113" y="36"/>
                </a:lnTo>
                <a:lnTo>
                  <a:pt x="114" y="50"/>
                </a:lnTo>
                <a:lnTo>
                  <a:pt x="115" y="65"/>
                </a:lnTo>
                <a:lnTo>
                  <a:pt x="116" y="80"/>
                </a:lnTo>
                <a:lnTo>
                  <a:pt x="116" y="97"/>
                </a:lnTo>
                <a:lnTo>
                  <a:pt x="116" y="114"/>
                </a:lnTo>
                <a:lnTo>
                  <a:pt x="116" y="218"/>
                </a:lnTo>
                <a:lnTo>
                  <a:pt x="116" y="240"/>
                </a:lnTo>
                <a:lnTo>
                  <a:pt x="116" y="257"/>
                </a:lnTo>
                <a:lnTo>
                  <a:pt x="115" y="268"/>
                </a:lnTo>
                <a:lnTo>
                  <a:pt x="115" y="272"/>
                </a:lnTo>
                <a:lnTo>
                  <a:pt x="124" y="265"/>
                </a:lnTo>
                <a:lnTo>
                  <a:pt x="133" y="257"/>
                </a:lnTo>
                <a:lnTo>
                  <a:pt x="142" y="251"/>
                </a:lnTo>
                <a:lnTo>
                  <a:pt x="151" y="244"/>
                </a:lnTo>
                <a:lnTo>
                  <a:pt x="160" y="239"/>
                </a:lnTo>
                <a:lnTo>
                  <a:pt x="169" y="234"/>
                </a:lnTo>
                <a:lnTo>
                  <a:pt x="178" y="228"/>
                </a:lnTo>
                <a:lnTo>
                  <a:pt x="187" y="225"/>
                </a:lnTo>
                <a:lnTo>
                  <a:pt x="197" y="221"/>
                </a:lnTo>
                <a:lnTo>
                  <a:pt x="206" y="218"/>
                </a:lnTo>
                <a:lnTo>
                  <a:pt x="215" y="215"/>
                </a:lnTo>
                <a:lnTo>
                  <a:pt x="225" y="213"/>
                </a:lnTo>
                <a:lnTo>
                  <a:pt x="234" y="211"/>
                </a:lnTo>
                <a:lnTo>
                  <a:pt x="244" y="210"/>
                </a:lnTo>
                <a:lnTo>
                  <a:pt x="253" y="209"/>
                </a:lnTo>
                <a:lnTo>
                  <a:pt x="263" y="209"/>
                </a:lnTo>
                <a:lnTo>
                  <a:pt x="274" y="210"/>
                </a:lnTo>
                <a:lnTo>
                  <a:pt x="284" y="211"/>
                </a:lnTo>
                <a:lnTo>
                  <a:pt x="294" y="212"/>
                </a:lnTo>
                <a:lnTo>
                  <a:pt x="303" y="214"/>
                </a:lnTo>
                <a:lnTo>
                  <a:pt x="313" y="216"/>
                </a:lnTo>
                <a:lnTo>
                  <a:pt x="322" y="219"/>
                </a:lnTo>
                <a:lnTo>
                  <a:pt x="330" y="223"/>
                </a:lnTo>
                <a:lnTo>
                  <a:pt x="338" y="227"/>
                </a:lnTo>
                <a:lnTo>
                  <a:pt x="345" y="231"/>
                </a:lnTo>
                <a:lnTo>
                  <a:pt x="352" y="236"/>
                </a:lnTo>
                <a:lnTo>
                  <a:pt x="358" y="241"/>
                </a:lnTo>
                <a:lnTo>
                  <a:pt x="364" y="246"/>
                </a:lnTo>
                <a:lnTo>
                  <a:pt x="370" y="251"/>
                </a:lnTo>
                <a:lnTo>
                  <a:pt x="374" y="257"/>
                </a:lnTo>
                <a:lnTo>
                  <a:pt x="378" y="263"/>
                </a:lnTo>
                <a:lnTo>
                  <a:pt x="382" y="269"/>
                </a:lnTo>
                <a:lnTo>
                  <a:pt x="385" y="278"/>
                </a:lnTo>
                <a:lnTo>
                  <a:pt x="389" y="286"/>
                </a:lnTo>
                <a:lnTo>
                  <a:pt x="392" y="296"/>
                </a:lnTo>
                <a:lnTo>
                  <a:pt x="394" y="307"/>
                </a:lnTo>
                <a:lnTo>
                  <a:pt x="396" y="318"/>
                </a:lnTo>
                <a:lnTo>
                  <a:pt x="396" y="331"/>
                </a:lnTo>
                <a:lnTo>
                  <a:pt x="397" y="346"/>
                </a:lnTo>
                <a:lnTo>
                  <a:pt x="398" y="363"/>
                </a:lnTo>
                <a:lnTo>
                  <a:pt x="398" y="706"/>
                </a:lnTo>
                <a:lnTo>
                  <a:pt x="295" y="7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0" name="Freeform 44"/>
          <p:cNvSpPr>
            <a:spLocks/>
          </p:cNvSpPr>
          <p:nvPr/>
        </p:nvSpPr>
        <p:spPr bwMode="auto">
          <a:xfrm>
            <a:off x="15130463" y="1303340"/>
            <a:ext cx="614362" cy="763587"/>
          </a:xfrm>
          <a:custGeom>
            <a:avLst/>
            <a:gdLst>
              <a:gd name="T0" fmla="*/ 2147483647 w 429"/>
              <a:gd name="T1" fmla="*/ 2147483647 h 509"/>
              <a:gd name="T2" fmla="*/ 2147483647 w 429"/>
              <a:gd name="T3" fmla="*/ 2147483647 h 509"/>
              <a:gd name="T4" fmla="*/ 2147483647 w 429"/>
              <a:gd name="T5" fmla="*/ 2147483647 h 509"/>
              <a:gd name="T6" fmla="*/ 2147483647 w 429"/>
              <a:gd name="T7" fmla="*/ 2147483647 h 509"/>
              <a:gd name="T8" fmla="*/ 2147483647 w 429"/>
              <a:gd name="T9" fmla="*/ 2147483647 h 509"/>
              <a:gd name="T10" fmla="*/ 2147483647 w 429"/>
              <a:gd name="T11" fmla="*/ 2147483647 h 509"/>
              <a:gd name="T12" fmla="*/ 2147483647 w 429"/>
              <a:gd name="T13" fmla="*/ 2147483647 h 509"/>
              <a:gd name="T14" fmla="*/ 2147483647 w 429"/>
              <a:gd name="T15" fmla="*/ 2147483647 h 509"/>
              <a:gd name="T16" fmla="*/ 2147483647 w 429"/>
              <a:gd name="T17" fmla="*/ 2147483647 h 509"/>
              <a:gd name="T18" fmla="*/ 2147483647 w 429"/>
              <a:gd name="T19" fmla="*/ 2147483647 h 509"/>
              <a:gd name="T20" fmla="*/ 2147483647 w 429"/>
              <a:gd name="T21" fmla="*/ 2147483647 h 509"/>
              <a:gd name="T22" fmla="*/ 2147483647 w 429"/>
              <a:gd name="T23" fmla="*/ 2147483647 h 509"/>
              <a:gd name="T24" fmla="*/ 2147483647 w 429"/>
              <a:gd name="T25" fmla="*/ 2147483647 h 509"/>
              <a:gd name="T26" fmla="*/ 2147483647 w 429"/>
              <a:gd name="T27" fmla="*/ 2147483647 h 509"/>
              <a:gd name="T28" fmla="*/ 2147483647 w 429"/>
              <a:gd name="T29" fmla="*/ 2147483647 h 509"/>
              <a:gd name="T30" fmla="*/ 0 w 429"/>
              <a:gd name="T31" fmla="*/ 2147483647 h 509"/>
              <a:gd name="T32" fmla="*/ 2147483647 w 429"/>
              <a:gd name="T33" fmla="*/ 2147483647 h 509"/>
              <a:gd name="T34" fmla="*/ 2147483647 w 429"/>
              <a:gd name="T35" fmla="*/ 2147483647 h 509"/>
              <a:gd name="T36" fmla="*/ 2147483647 w 429"/>
              <a:gd name="T37" fmla="*/ 2147483647 h 509"/>
              <a:gd name="T38" fmla="*/ 2147483647 w 429"/>
              <a:gd name="T39" fmla="*/ 2147483647 h 509"/>
              <a:gd name="T40" fmla="*/ 2147483647 w 429"/>
              <a:gd name="T41" fmla="*/ 2147483647 h 509"/>
              <a:gd name="T42" fmla="*/ 2147483647 w 429"/>
              <a:gd name="T43" fmla="*/ 2147483647 h 509"/>
              <a:gd name="T44" fmla="*/ 2147483647 w 429"/>
              <a:gd name="T45" fmla="*/ 2147483647 h 509"/>
              <a:gd name="T46" fmla="*/ 2147483647 w 429"/>
              <a:gd name="T47" fmla="*/ 0 h 509"/>
              <a:gd name="T48" fmla="*/ 2147483647 w 429"/>
              <a:gd name="T49" fmla="*/ 2147483647 h 509"/>
              <a:gd name="T50" fmla="*/ 2147483647 w 429"/>
              <a:gd name="T51" fmla="*/ 2147483647 h 509"/>
              <a:gd name="T52" fmla="*/ 2147483647 w 429"/>
              <a:gd name="T53" fmla="*/ 2147483647 h 509"/>
              <a:gd name="T54" fmla="*/ 2147483647 w 429"/>
              <a:gd name="T55" fmla="*/ 2147483647 h 509"/>
              <a:gd name="T56" fmla="*/ 2147483647 w 429"/>
              <a:gd name="T57" fmla="*/ 2147483647 h 509"/>
              <a:gd name="T58" fmla="*/ 2147483647 w 429"/>
              <a:gd name="T59" fmla="*/ 2147483647 h 509"/>
              <a:gd name="T60" fmla="*/ 2147483647 w 429"/>
              <a:gd name="T61" fmla="*/ 2147483647 h 509"/>
              <a:gd name="T62" fmla="*/ 2147483647 w 429"/>
              <a:gd name="T63" fmla="*/ 2147483647 h 509"/>
              <a:gd name="T64" fmla="*/ 2147483647 w 429"/>
              <a:gd name="T65" fmla="*/ 2147483647 h 509"/>
              <a:gd name="T66" fmla="*/ 2147483647 w 429"/>
              <a:gd name="T67" fmla="*/ 2147483647 h 509"/>
              <a:gd name="T68" fmla="*/ 2147483647 w 429"/>
              <a:gd name="T69" fmla="*/ 2147483647 h 509"/>
              <a:gd name="T70" fmla="*/ 2147483647 w 429"/>
              <a:gd name="T71" fmla="*/ 2147483647 h 509"/>
              <a:gd name="T72" fmla="*/ 2147483647 w 429"/>
              <a:gd name="T73" fmla="*/ 2147483647 h 509"/>
              <a:gd name="T74" fmla="*/ 2147483647 w 429"/>
              <a:gd name="T75" fmla="*/ 2147483647 h 509"/>
              <a:gd name="T76" fmla="*/ 2147483647 w 429"/>
              <a:gd name="T77" fmla="*/ 2147483647 h 509"/>
              <a:gd name="T78" fmla="*/ 2147483647 w 429"/>
              <a:gd name="T79" fmla="*/ 2147483647 h 509"/>
              <a:gd name="T80" fmla="*/ 2147483647 w 429"/>
              <a:gd name="T81" fmla="*/ 2147483647 h 509"/>
              <a:gd name="T82" fmla="*/ 2147483647 w 429"/>
              <a:gd name="T83" fmla="*/ 2147483647 h 509"/>
              <a:gd name="T84" fmla="*/ 2147483647 w 429"/>
              <a:gd name="T85" fmla="*/ 2147483647 h 509"/>
              <a:gd name="T86" fmla="*/ 2147483647 w 429"/>
              <a:gd name="T87" fmla="*/ 2147483647 h 509"/>
              <a:gd name="T88" fmla="*/ 2147483647 w 429"/>
              <a:gd name="T89" fmla="*/ 2147483647 h 509"/>
              <a:gd name="T90" fmla="*/ 2147483647 w 429"/>
              <a:gd name="T91" fmla="*/ 2147483647 h 509"/>
              <a:gd name="T92" fmla="*/ 2147483647 w 429"/>
              <a:gd name="T93" fmla="*/ 2147483647 h 509"/>
              <a:gd name="T94" fmla="*/ 2147483647 w 429"/>
              <a:gd name="T95" fmla="*/ 2147483647 h 509"/>
              <a:gd name="T96" fmla="*/ 2147483647 w 429"/>
              <a:gd name="T97" fmla="*/ 2147483647 h 509"/>
              <a:gd name="T98" fmla="*/ 2147483647 w 429"/>
              <a:gd name="T99" fmla="*/ 2147483647 h 509"/>
              <a:gd name="T100" fmla="*/ 2147483647 w 429"/>
              <a:gd name="T101" fmla="*/ 2147483647 h 509"/>
              <a:gd name="T102" fmla="*/ 2147483647 w 429"/>
              <a:gd name="T103" fmla="*/ 2147483647 h 509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429" h="509">
                <a:moveTo>
                  <a:pt x="429" y="256"/>
                </a:moveTo>
                <a:lnTo>
                  <a:pt x="428" y="270"/>
                </a:lnTo>
                <a:lnTo>
                  <a:pt x="427" y="285"/>
                </a:lnTo>
                <a:lnTo>
                  <a:pt x="427" y="299"/>
                </a:lnTo>
                <a:lnTo>
                  <a:pt x="425" y="312"/>
                </a:lnTo>
                <a:lnTo>
                  <a:pt x="423" y="325"/>
                </a:lnTo>
                <a:lnTo>
                  <a:pt x="420" y="337"/>
                </a:lnTo>
                <a:lnTo>
                  <a:pt x="417" y="350"/>
                </a:lnTo>
                <a:lnTo>
                  <a:pt x="413" y="362"/>
                </a:lnTo>
                <a:lnTo>
                  <a:pt x="409" y="373"/>
                </a:lnTo>
                <a:lnTo>
                  <a:pt x="405" y="384"/>
                </a:lnTo>
                <a:lnTo>
                  <a:pt x="400" y="395"/>
                </a:lnTo>
                <a:lnTo>
                  <a:pt x="395" y="405"/>
                </a:lnTo>
                <a:lnTo>
                  <a:pt x="389" y="415"/>
                </a:lnTo>
                <a:lnTo>
                  <a:pt x="383" y="424"/>
                </a:lnTo>
                <a:lnTo>
                  <a:pt x="377" y="433"/>
                </a:lnTo>
                <a:lnTo>
                  <a:pt x="371" y="442"/>
                </a:lnTo>
                <a:lnTo>
                  <a:pt x="363" y="449"/>
                </a:lnTo>
                <a:lnTo>
                  <a:pt x="356" y="457"/>
                </a:lnTo>
                <a:lnTo>
                  <a:pt x="348" y="464"/>
                </a:lnTo>
                <a:lnTo>
                  <a:pt x="339" y="471"/>
                </a:lnTo>
                <a:lnTo>
                  <a:pt x="330" y="477"/>
                </a:lnTo>
                <a:lnTo>
                  <a:pt x="321" y="482"/>
                </a:lnTo>
                <a:lnTo>
                  <a:pt x="313" y="487"/>
                </a:lnTo>
                <a:lnTo>
                  <a:pt x="303" y="492"/>
                </a:lnTo>
                <a:lnTo>
                  <a:pt x="292" y="496"/>
                </a:lnTo>
                <a:lnTo>
                  <a:pt x="282" y="500"/>
                </a:lnTo>
                <a:lnTo>
                  <a:pt x="272" y="503"/>
                </a:lnTo>
                <a:lnTo>
                  <a:pt x="260" y="505"/>
                </a:lnTo>
                <a:lnTo>
                  <a:pt x="249" y="507"/>
                </a:lnTo>
                <a:lnTo>
                  <a:pt x="238" y="509"/>
                </a:lnTo>
                <a:lnTo>
                  <a:pt x="226" y="509"/>
                </a:lnTo>
                <a:lnTo>
                  <a:pt x="213" y="509"/>
                </a:lnTo>
                <a:lnTo>
                  <a:pt x="202" y="509"/>
                </a:lnTo>
                <a:lnTo>
                  <a:pt x="190" y="508"/>
                </a:lnTo>
                <a:lnTo>
                  <a:pt x="178" y="507"/>
                </a:lnTo>
                <a:lnTo>
                  <a:pt x="167" y="505"/>
                </a:lnTo>
                <a:lnTo>
                  <a:pt x="155" y="503"/>
                </a:lnTo>
                <a:lnTo>
                  <a:pt x="145" y="499"/>
                </a:lnTo>
                <a:lnTo>
                  <a:pt x="134" y="496"/>
                </a:lnTo>
                <a:lnTo>
                  <a:pt x="125" y="492"/>
                </a:lnTo>
                <a:lnTo>
                  <a:pt x="115" y="487"/>
                </a:lnTo>
                <a:lnTo>
                  <a:pt x="105" y="482"/>
                </a:lnTo>
                <a:lnTo>
                  <a:pt x="96" y="476"/>
                </a:lnTo>
                <a:lnTo>
                  <a:pt x="88" y="470"/>
                </a:lnTo>
                <a:lnTo>
                  <a:pt x="80" y="463"/>
                </a:lnTo>
                <a:lnTo>
                  <a:pt x="72" y="457"/>
                </a:lnTo>
                <a:lnTo>
                  <a:pt x="64" y="448"/>
                </a:lnTo>
                <a:lnTo>
                  <a:pt x="57" y="441"/>
                </a:lnTo>
                <a:lnTo>
                  <a:pt x="50" y="432"/>
                </a:lnTo>
                <a:lnTo>
                  <a:pt x="44" y="423"/>
                </a:lnTo>
                <a:lnTo>
                  <a:pt x="38" y="414"/>
                </a:lnTo>
                <a:lnTo>
                  <a:pt x="32" y="404"/>
                </a:lnTo>
                <a:lnTo>
                  <a:pt x="27" y="394"/>
                </a:lnTo>
                <a:lnTo>
                  <a:pt x="23" y="383"/>
                </a:lnTo>
                <a:lnTo>
                  <a:pt x="18" y="372"/>
                </a:lnTo>
                <a:lnTo>
                  <a:pt x="15" y="360"/>
                </a:lnTo>
                <a:lnTo>
                  <a:pt x="11" y="349"/>
                </a:lnTo>
                <a:lnTo>
                  <a:pt x="8" y="337"/>
                </a:lnTo>
                <a:lnTo>
                  <a:pt x="6" y="324"/>
                </a:lnTo>
                <a:lnTo>
                  <a:pt x="3" y="311"/>
                </a:lnTo>
                <a:lnTo>
                  <a:pt x="2" y="297"/>
                </a:lnTo>
                <a:lnTo>
                  <a:pt x="0" y="284"/>
                </a:lnTo>
                <a:lnTo>
                  <a:pt x="0" y="270"/>
                </a:lnTo>
                <a:lnTo>
                  <a:pt x="0" y="255"/>
                </a:lnTo>
                <a:lnTo>
                  <a:pt x="0" y="241"/>
                </a:lnTo>
                <a:lnTo>
                  <a:pt x="0" y="226"/>
                </a:lnTo>
                <a:lnTo>
                  <a:pt x="2" y="213"/>
                </a:lnTo>
                <a:lnTo>
                  <a:pt x="3" y="200"/>
                </a:lnTo>
                <a:lnTo>
                  <a:pt x="6" y="187"/>
                </a:lnTo>
                <a:lnTo>
                  <a:pt x="8" y="174"/>
                </a:lnTo>
                <a:lnTo>
                  <a:pt x="11" y="162"/>
                </a:lnTo>
                <a:lnTo>
                  <a:pt x="15" y="150"/>
                </a:lnTo>
                <a:lnTo>
                  <a:pt x="18" y="139"/>
                </a:lnTo>
                <a:lnTo>
                  <a:pt x="23" y="127"/>
                </a:lnTo>
                <a:lnTo>
                  <a:pt x="28" y="116"/>
                </a:lnTo>
                <a:lnTo>
                  <a:pt x="32" y="107"/>
                </a:lnTo>
                <a:lnTo>
                  <a:pt x="38" y="96"/>
                </a:lnTo>
                <a:lnTo>
                  <a:pt x="44" y="87"/>
                </a:lnTo>
                <a:lnTo>
                  <a:pt x="50" y="78"/>
                </a:lnTo>
                <a:lnTo>
                  <a:pt x="58" y="69"/>
                </a:lnTo>
                <a:lnTo>
                  <a:pt x="64" y="61"/>
                </a:lnTo>
                <a:lnTo>
                  <a:pt x="72" y="54"/>
                </a:lnTo>
                <a:lnTo>
                  <a:pt x="80" y="46"/>
                </a:lnTo>
                <a:lnTo>
                  <a:pt x="88" y="39"/>
                </a:lnTo>
                <a:lnTo>
                  <a:pt x="96" y="34"/>
                </a:lnTo>
                <a:lnTo>
                  <a:pt x="105" y="28"/>
                </a:lnTo>
                <a:lnTo>
                  <a:pt x="114" y="23"/>
                </a:lnTo>
                <a:lnTo>
                  <a:pt x="124" y="18"/>
                </a:lnTo>
                <a:lnTo>
                  <a:pt x="134" y="14"/>
                </a:lnTo>
                <a:lnTo>
                  <a:pt x="144" y="10"/>
                </a:lnTo>
                <a:lnTo>
                  <a:pt x="155" y="7"/>
                </a:lnTo>
                <a:lnTo>
                  <a:pt x="166" y="4"/>
                </a:lnTo>
                <a:lnTo>
                  <a:pt x="177" y="3"/>
                </a:lnTo>
                <a:lnTo>
                  <a:pt x="188" y="2"/>
                </a:lnTo>
                <a:lnTo>
                  <a:pt x="200" y="0"/>
                </a:lnTo>
                <a:lnTo>
                  <a:pt x="212" y="0"/>
                </a:lnTo>
                <a:lnTo>
                  <a:pt x="225" y="0"/>
                </a:lnTo>
                <a:lnTo>
                  <a:pt x="237" y="2"/>
                </a:lnTo>
                <a:lnTo>
                  <a:pt x="249" y="3"/>
                </a:lnTo>
                <a:lnTo>
                  <a:pt x="260" y="4"/>
                </a:lnTo>
                <a:lnTo>
                  <a:pt x="272" y="7"/>
                </a:lnTo>
                <a:lnTo>
                  <a:pt x="283" y="10"/>
                </a:lnTo>
                <a:lnTo>
                  <a:pt x="294" y="14"/>
                </a:lnTo>
                <a:lnTo>
                  <a:pt x="304" y="19"/>
                </a:lnTo>
                <a:lnTo>
                  <a:pt x="314" y="23"/>
                </a:lnTo>
                <a:lnTo>
                  <a:pt x="323" y="28"/>
                </a:lnTo>
                <a:lnTo>
                  <a:pt x="333" y="34"/>
                </a:lnTo>
                <a:lnTo>
                  <a:pt x="341" y="41"/>
                </a:lnTo>
                <a:lnTo>
                  <a:pt x="349" y="48"/>
                </a:lnTo>
                <a:lnTo>
                  <a:pt x="357" y="54"/>
                </a:lnTo>
                <a:lnTo>
                  <a:pt x="365" y="63"/>
                </a:lnTo>
                <a:lnTo>
                  <a:pt x="372" y="71"/>
                </a:lnTo>
                <a:lnTo>
                  <a:pt x="379" y="79"/>
                </a:lnTo>
                <a:lnTo>
                  <a:pt x="385" y="89"/>
                </a:lnTo>
                <a:lnTo>
                  <a:pt x="391" y="98"/>
                </a:lnTo>
                <a:lnTo>
                  <a:pt x="397" y="108"/>
                </a:lnTo>
                <a:lnTo>
                  <a:pt x="401" y="118"/>
                </a:lnTo>
                <a:lnTo>
                  <a:pt x="406" y="129"/>
                </a:lnTo>
                <a:lnTo>
                  <a:pt x="410" y="140"/>
                </a:lnTo>
                <a:lnTo>
                  <a:pt x="414" y="151"/>
                </a:lnTo>
                <a:lnTo>
                  <a:pt x="418" y="163"/>
                </a:lnTo>
                <a:lnTo>
                  <a:pt x="421" y="176"/>
                </a:lnTo>
                <a:lnTo>
                  <a:pt x="423" y="188"/>
                </a:lnTo>
                <a:lnTo>
                  <a:pt x="425" y="201"/>
                </a:lnTo>
                <a:lnTo>
                  <a:pt x="427" y="215"/>
                </a:lnTo>
                <a:lnTo>
                  <a:pt x="427" y="228"/>
                </a:lnTo>
                <a:lnTo>
                  <a:pt x="428" y="242"/>
                </a:lnTo>
                <a:lnTo>
                  <a:pt x="429" y="256"/>
                </a:lnTo>
                <a:lnTo>
                  <a:pt x="117" y="249"/>
                </a:lnTo>
                <a:lnTo>
                  <a:pt x="117" y="274"/>
                </a:lnTo>
                <a:lnTo>
                  <a:pt x="118" y="297"/>
                </a:lnTo>
                <a:lnTo>
                  <a:pt x="120" y="318"/>
                </a:lnTo>
                <a:lnTo>
                  <a:pt x="123" y="337"/>
                </a:lnTo>
                <a:lnTo>
                  <a:pt x="127" y="353"/>
                </a:lnTo>
                <a:lnTo>
                  <a:pt x="131" y="368"/>
                </a:lnTo>
                <a:lnTo>
                  <a:pt x="137" y="381"/>
                </a:lnTo>
                <a:lnTo>
                  <a:pt x="143" y="393"/>
                </a:lnTo>
                <a:lnTo>
                  <a:pt x="146" y="398"/>
                </a:lnTo>
                <a:lnTo>
                  <a:pt x="149" y="402"/>
                </a:lnTo>
                <a:lnTo>
                  <a:pt x="152" y="407"/>
                </a:lnTo>
                <a:lnTo>
                  <a:pt x="156" y="410"/>
                </a:lnTo>
                <a:lnTo>
                  <a:pt x="161" y="414"/>
                </a:lnTo>
                <a:lnTo>
                  <a:pt x="164" y="417"/>
                </a:lnTo>
                <a:lnTo>
                  <a:pt x="169" y="420"/>
                </a:lnTo>
                <a:lnTo>
                  <a:pt x="173" y="422"/>
                </a:lnTo>
                <a:lnTo>
                  <a:pt x="183" y="426"/>
                </a:lnTo>
                <a:lnTo>
                  <a:pt x="193" y="429"/>
                </a:lnTo>
                <a:lnTo>
                  <a:pt x="204" y="430"/>
                </a:lnTo>
                <a:lnTo>
                  <a:pt x="216" y="430"/>
                </a:lnTo>
                <a:lnTo>
                  <a:pt x="227" y="430"/>
                </a:lnTo>
                <a:lnTo>
                  <a:pt x="237" y="428"/>
                </a:lnTo>
                <a:lnTo>
                  <a:pt x="248" y="425"/>
                </a:lnTo>
                <a:lnTo>
                  <a:pt x="257" y="421"/>
                </a:lnTo>
                <a:lnTo>
                  <a:pt x="261" y="419"/>
                </a:lnTo>
                <a:lnTo>
                  <a:pt x="266" y="416"/>
                </a:lnTo>
                <a:lnTo>
                  <a:pt x="269" y="412"/>
                </a:lnTo>
                <a:lnTo>
                  <a:pt x="274" y="408"/>
                </a:lnTo>
                <a:lnTo>
                  <a:pt x="281" y="400"/>
                </a:lnTo>
                <a:lnTo>
                  <a:pt x="287" y="390"/>
                </a:lnTo>
                <a:lnTo>
                  <a:pt x="293" y="379"/>
                </a:lnTo>
                <a:lnTo>
                  <a:pt x="298" y="366"/>
                </a:lnTo>
                <a:lnTo>
                  <a:pt x="303" y="352"/>
                </a:lnTo>
                <a:lnTo>
                  <a:pt x="306" y="337"/>
                </a:lnTo>
                <a:lnTo>
                  <a:pt x="309" y="320"/>
                </a:lnTo>
                <a:lnTo>
                  <a:pt x="311" y="300"/>
                </a:lnTo>
                <a:lnTo>
                  <a:pt x="312" y="280"/>
                </a:lnTo>
                <a:lnTo>
                  <a:pt x="313" y="258"/>
                </a:lnTo>
                <a:lnTo>
                  <a:pt x="312" y="234"/>
                </a:lnTo>
                <a:lnTo>
                  <a:pt x="310" y="211"/>
                </a:lnTo>
                <a:lnTo>
                  <a:pt x="309" y="191"/>
                </a:lnTo>
                <a:lnTo>
                  <a:pt x="306" y="172"/>
                </a:lnTo>
                <a:lnTo>
                  <a:pt x="301" y="156"/>
                </a:lnTo>
                <a:lnTo>
                  <a:pt x="297" y="142"/>
                </a:lnTo>
                <a:lnTo>
                  <a:pt x="292" y="129"/>
                </a:lnTo>
                <a:lnTo>
                  <a:pt x="286" y="118"/>
                </a:lnTo>
                <a:lnTo>
                  <a:pt x="282" y="112"/>
                </a:lnTo>
                <a:lnTo>
                  <a:pt x="279" y="108"/>
                </a:lnTo>
                <a:lnTo>
                  <a:pt x="275" y="104"/>
                </a:lnTo>
                <a:lnTo>
                  <a:pt x="272" y="100"/>
                </a:lnTo>
                <a:lnTo>
                  <a:pt x="267" y="97"/>
                </a:lnTo>
                <a:lnTo>
                  <a:pt x="263" y="93"/>
                </a:lnTo>
                <a:lnTo>
                  <a:pt x="259" y="91"/>
                </a:lnTo>
                <a:lnTo>
                  <a:pt x="254" y="89"/>
                </a:lnTo>
                <a:lnTo>
                  <a:pt x="245" y="84"/>
                </a:lnTo>
                <a:lnTo>
                  <a:pt x="234" y="82"/>
                </a:lnTo>
                <a:lnTo>
                  <a:pt x="224" y="80"/>
                </a:lnTo>
                <a:lnTo>
                  <a:pt x="213" y="80"/>
                </a:lnTo>
                <a:lnTo>
                  <a:pt x="201" y="80"/>
                </a:lnTo>
                <a:lnTo>
                  <a:pt x="189" y="82"/>
                </a:lnTo>
                <a:lnTo>
                  <a:pt x="179" y="85"/>
                </a:lnTo>
                <a:lnTo>
                  <a:pt x="169" y="89"/>
                </a:lnTo>
                <a:lnTo>
                  <a:pt x="165" y="92"/>
                </a:lnTo>
                <a:lnTo>
                  <a:pt x="161" y="95"/>
                </a:lnTo>
                <a:lnTo>
                  <a:pt x="157" y="98"/>
                </a:lnTo>
                <a:lnTo>
                  <a:pt x="153" y="102"/>
                </a:lnTo>
                <a:lnTo>
                  <a:pt x="146" y="110"/>
                </a:lnTo>
                <a:lnTo>
                  <a:pt x="140" y="120"/>
                </a:lnTo>
                <a:lnTo>
                  <a:pt x="134" y="131"/>
                </a:lnTo>
                <a:lnTo>
                  <a:pt x="129" y="143"/>
                </a:lnTo>
                <a:lnTo>
                  <a:pt x="126" y="157"/>
                </a:lnTo>
                <a:lnTo>
                  <a:pt x="123" y="172"/>
                </a:lnTo>
                <a:lnTo>
                  <a:pt x="120" y="189"/>
                </a:lnTo>
                <a:lnTo>
                  <a:pt x="118" y="207"/>
                </a:lnTo>
                <a:lnTo>
                  <a:pt x="117" y="227"/>
                </a:lnTo>
                <a:lnTo>
                  <a:pt x="117" y="249"/>
                </a:lnTo>
                <a:lnTo>
                  <a:pt x="429" y="2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1" name="Freeform 45"/>
          <p:cNvSpPr>
            <a:spLocks/>
          </p:cNvSpPr>
          <p:nvPr/>
        </p:nvSpPr>
        <p:spPr bwMode="auto">
          <a:xfrm>
            <a:off x="12682539" y="990600"/>
            <a:ext cx="255587" cy="1073150"/>
          </a:xfrm>
          <a:custGeom>
            <a:avLst/>
            <a:gdLst>
              <a:gd name="T0" fmla="*/ 2147483647 w 179"/>
              <a:gd name="T1" fmla="*/ 2147483647 h 716"/>
              <a:gd name="T2" fmla="*/ 2147483647 w 179"/>
              <a:gd name="T3" fmla="*/ 2147483647 h 716"/>
              <a:gd name="T4" fmla="*/ 2147483647 w 179"/>
              <a:gd name="T5" fmla="*/ 2147483647 h 716"/>
              <a:gd name="T6" fmla="*/ 2147483647 w 179"/>
              <a:gd name="T7" fmla="*/ 2147483647 h 716"/>
              <a:gd name="T8" fmla="*/ 2147483647 w 179"/>
              <a:gd name="T9" fmla="*/ 2147483647 h 716"/>
              <a:gd name="T10" fmla="*/ 2147483647 w 179"/>
              <a:gd name="T11" fmla="*/ 2147483647 h 716"/>
              <a:gd name="T12" fmla="*/ 2147483647 w 179"/>
              <a:gd name="T13" fmla="*/ 2147483647 h 716"/>
              <a:gd name="T14" fmla="*/ 2147483647 w 179"/>
              <a:gd name="T15" fmla="*/ 2147483647 h 716"/>
              <a:gd name="T16" fmla="*/ 2147483647 w 179"/>
              <a:gd name="T17" fmla="*/ 2147483647 h 716"/>
              <a:gd name="T18" fmla="*/ 2147483647 w 179"/>
              <a:gd name="T19" fmla="*/ 2147483647 h 716"/>
              <a:gd name="T20" fmla="*/ 2147483647 w 179"/>
              <a:gd name="T21" fmla="*/ 2147483647 h 716"/>
              <a:gd name="T22" fmla="*/ 2147483647 w 179"/>
              <a:gd name="T23" fmla="*/ 2147483647 h 716"/>
              <a:gd name="T24" fmla="*/ 2147483647 w 179"/>
              <a:gd name="T25" fmla="*/ 2147483647 h 716"/>
              <a:gd name="T26" fmla="*/ 2147483647 w 179"/>
              <a:gd name="T27" fmla="*/ 2147483647 h 716"/>
              <a:gd name="T28" fmla="*/ 2147483647 w 179"/>
              <a:gd name="T29" fmla="*/ 2147483647 h 716"/>
              <a:gd name="T30" fmla="*/ 0 w 179"/>
              <a:gd name="T31" fmla="*/ 2147483647 h 716"/>
              <a:gd name="T32" fmla="*/ 2147483647 w 179"/>
              <a:gd name="T33" fmla="*/ 2147483647 h 716"/>
              <a:gd name="T34" fmla="*/ 2147483647 w 179"/>
              <a:gd name="T35" fmla="*/ 2147483647 h 716"/>
              <a:gd name="T36" fmla="*/ 2147483647 w 179"/>
              <a:gd name="T37" fmla="*/ 2147483647 h 716"/>
              <a:gd name="T38" fmla="*/ 2147483647 w 179"/>
              <a:gd name="T39" fmla="*/ 2147483647 h 716"/>
              <a:gd name="T40" fmla="*/ 2147483647 w 179"/>
              <a:gd name="T41" fmla="*/ 2147483647 h 716"/>
              <a:gd name="T42" fmla="*/ 2147483647 w 179"/>
              <a:gd name="T43" fmla="*/ 2147483647 h 716"/>
              <a:gd name="T44" fmla="*/ 2147483647 w 179"/>
              <a:gd name="T45" fmla="*/ 2147483647 h 716"/>
              <a:gd name="T46" fmla="*/ 2147483647 w 179"/>
              <a:gd name="T47" fmla="*/ 2147483647 h 716"/>
              <a:gd name="T48" fmla="*/ 2147483647 w 179"/>
              <a:gd name="T49" fmla="*/ 2147483647 h 716"/>
              <a:gd name="T50" fmla="*/ 2147483647 w 179"/>
              <a:gd name="T51" fmla="*/ 2147483647 h 716"/>
              <a:gd name="T52" fmla="*/ 2147483647 w 179"/>
              <a:gd name="T53" fmla="*/ 2147483647 h 716"/>
              <a:gd name="T54" fmla="*/ 2147483647 w 179"/>
              <a:gd name="T55" fmla="*/ 2147483647 h 716"/>
              <a:gd name="T56" fmla="*/ 2147483647 w 179"/>
              <a:gd name="T57" fmla="*/ 2147483647 h 716"/>
              <a:gd name="T58" fmla="*/ 2147483647 w 179"/>
              <a:gd name="T59" fmla="*/ 2147483647 h 716"/>
              <a:gd name="T60" fmla="*/ 2147483647 w 179"/>
              <a:gd name="T61" fmla="*/ 2147483647 h 716"/>
              <a:gd name="T62" fmla="*/ 2147483647 w 179"/>
              <a:gd name="T63" fmla="*/ 2147483647 h 716"/>
              <a:gd name="T64" fmla="*/ 2147483647 w 179"/>
              <a:gd name="T65" fmla="*/ 2147483647 h 71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79" h="716">
                <a:moveTo>
                  <a:pt x="116" y="716"/>
                </a:moveTo>
                <a:lnTo>
                  <a:pt x="106" y="716"/>
                </a:lnTo>
                <a:lnTo>
                  <a:pt x="97" y="715"/>
                </a:lnTo>
                <a:lnTo>
                  <a:pt x="88" y="714"/>
                </a:lnTo>
                <a:lnTo>
                  <a:pt x="81" y="712"/>
                </a:lnTo>
                <a:lnTo>
                  <a:pt x="73" y="710"/>
                </a:lnTo>
                <a:lnTo>
                  <a:pt x="67" y="707"/>
                </a:lnTo>
                <a:lnTo>
                  <a:pt x="60" y="704"/>
                </a:lnTo>
                <a:lnTo>
                  <a:pt x="54" y="701"/>
                </a:lnTo>
                <a:lnTo>
                  <a:pt x="49" y="697"/>
                </a:lnTo>
                <a:lnTo>
                  <a:pt x="44" y="693"/>
                </a:lnTo>
                <a:lnTo>
                  <a:pt x="39" y="689"/>
                </a:lnTo>
                <a:lnTo>
                  <a:pt x="35" y="684"/>
                </a:lnTo>
                <a:lnTo>
                  <a:pt x="32" y="679"/>
                </a:lnTo>
                <a:lnTo>
                  <a:pt x="28" y="674"/>
                </a:lnTo>
                <a:lnTo>
                  <a:pt x="25" y="669"/>
                </a:lnTo>
                <a:lnTo>
                  <a:pt x="23" y="663"/>
                </a:lnTo>
                <a:lnTo>
                  <a:pt x="18" y="652"/>
                </a:lnTo>
                <a:lnTo>
                  <a:pt x="15" y="641"/>
                </a:lnTo>
                <a:lnTo>
                  <a:pt x="12" y="630"/>
                </a:lnTo>
                <a:lnTo>
                  <a:pt x="11" y="618"/>
                </a:lnTo>
                <a:lnTo>
                  <a:pt x="9" y="597"/>
                </a:lnTo>
                <a:lnTo>
                  <a:pt x="9" y="579"/>
                </a:lnTo>
                <a:lnTo>
                  <a:pt x="9" y="166"/>
                </a:lnTo>
                <a:lnTo>
                  <a:pt x="9" y="143"/>
                </a:lnTo>
                <a:lnTo>
                  <a:pt x="9" y="121"/>
                </a:lnTo>
                <a:lnTo>
                  <a:pt x="8" y="103"/>
                </a:lnTo>
                <a:lnTo>
                  <a:pt x="7" y="85"/>
                </a:lnTo>
                <a:lnTo>
                  <a:pt x="6" y="69"/>
                </a:lnTo>
                <a:lnTo>
                  <a:pt x="4" y="54"/>
                </a:lnTo>
                <a:lnTo>
                  <a:pt x="2" y="39"/>
                </a:lnTo>
                <a:lnTo>
                  <a:pt x="0" y="24"/>
                </a:lnTo>
                <a:lnTo>
                  <a:pt x="108" y="0"/>
                </a:lnTo>
                <a:lnTo>
                  <a:pt x="111" y="12"/>
                </a:lnTo>
                <a:lnTo>
                  <a:pt x="113" y="24"/>
                </a:lnTo>
                <a:lnTo>
                  <a:pt x="114" y="38"/>
                </a:lnTo>
                <a:lnTo>
                  <a:pt x="115" y="54"/>
                </a:lnTo>
                <a:lnTo>
                  <a:pt x="116" y="71"/>
                </a:lnTo>
                <a:lnTo>
                  <a:pt x="117" y="90"/>
                </a:lnTo>
                <a:lnTo>
                  <a:pt x="117" y="111"/>
                </a:lnTo>
                <a:lnTo>
                  <a:pt x="117" y="133"/>
                </a:lnTo>
                <a:lnTo>
                  <a:pt x="117" y="545"/>
                </a:lnTo>
                <a:lnTo>
                  <a:pt x="117" y="566"/>
                </a:lnTo>
                <a:lnTo>
                  <a:pt x="117" y="584"/>
                </a:lnTo>
                <a:lnTo>
                  <a:pt x="118" y="598"/>
                </a:lnTo>
                <a:lnTo>
                  <a:pt x="119" y="609"/>
                </a:lnTo>
                <a:lnTo>
                  <a:pt x="120" y="616"/>
                </a:lnTo>
                <a:lnTo>
                  <a:pt x="123" y="623"/>
                </a:lnTo>
                <a:lnTo>
                  <a:pt x="125" y="628"/>
                </a:lnTo>
                <a:lnTo>
                  <a:pt x="127" y="632"/>
                </a:lnTo>
                <a:lnTo>
                  <a:pt x="130" y="635"/>
                </a:lnTo>
                <a:lnTo>
                  <a:pt x="134" y="638"/>
                </a:lnTo>
                <a:lnTo>
                  <a:pt x="138" y="640"/>
                </a:lnTo>
                <a:lnTo>
                  <a:pt x="142" y="642"/>
                </a:lnTo>
                <a:lnTo>
                  <a:pt x="147" y="642"/>
                </a:lnTo>
                <a:lnTo>
                  <a:pt x="152" y="642"/>
                </a:lnTo>
                <a:lnTo>
                  <a:pt x="157" y="642"/>
                </a:lnTo>
                <a:lnTo>
                  <a:pt x="162" y="639"/>
                </a:lnTo>
                <a:lnTo>
                  <a:pt x="179" y="705"/>
                </a:lnTo>
                <a:lnTo>
                  <a:pt x="172" y="708"/>
                </a:lnTo>
                <a:lnTo>
                  <a:pt x="164" y="710"/>
                </a:lnTo>
                <a:lnTo>
                  <a:pt x="157" y="712"/>
                </a:lnTo>
                <a:lnTo>
                  <a:pt x="149" y="714"/>
                </a:lnTo>
                <a:lnTo>
                  <a:pt x="141" y="715"/>
                </a:lnTo>
                <a:lnTo>
                  <a:pt x="133" y="715"/>
                </a:lnTo>
                <a:lnTo>
                  <a:pt x="125" y="716"/>
                </a:lnTo>
                <a:lnTo>
                  <a:pt x="116" y="7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2" name="Freeform 46"/>
          <p:cNvSpPr>
            <a:spLocks/>
          </p:cNvSpPr>
          <p:nvPr/>
        </p:nvSpPr>
        <p:spPr bwMode="auto">
          <a:xfrm>
            <a:off x="4705352" y="2727325"/>
            <a:ext cx="200025" cy="1046163"/>
          </a:xfrm>
          <a:custGeom>
            <a:avLst/>
            <a:gdLst>
              <a:gd name="T0" fmla="*/ 0 w 139"/>
              <a:gd name="T1" fmla="*/ 2147483647 h 698"/>
              <a:gd name="T2" fmla="*/ 2147483647 w 139"/>
              <a:gd name="T3" fmla="*/ 2147483647 h 698"/>
              <a:gd name="T4" fmla="*/ 2147483647 w 139"/>
              <a:gd name="T5" fmla="*/ 2147483647 h 698"/>
              <a:gd name="T6" fmla="*/ 2147483647 w 139"/>
              <a:gd name="T7" fmla="*/ 2147483647 h 698"/>
              <a:gd name="T8" fmla="*/ 2147483647 w 139"/>
              <a:gd name="T9" fmla="*/ 2147483647 h 698"/>
              <a:gd name="T10" fmla="*/ 2147483647 w 139"/>
              <a:gd name="T11" fmla="*/ 2147483647 h 698"/>
              <a:gd name="T12" fmla="*/ 2147483647 w 139"/>
              <a:gd name="T13" fmla="*/ 2147483647 h 698"/>
              <a:gd name="T14" fmla="*/ 2147483647 w 139"/>
              <a:gd name="T15" fmla="*/ 0 h 698"/>
              <a:gd name="T16" fmla="*/ 2147483647 w 139"/>
              <a:gd name="T17" fmla="*/ 0 h 698"/>
              <a:gd name="T18" fmla="*/ 2147483647 w 139"/>
              <a:gd name="T19" fmla="*/ 2147483647 h 698"/>
              <a:gd name="T20" fmla="*/ 2147483647 w 139"/>
              <a:gd name="T21" fmla="*/ 2147483647 h 698"/>
              <a:gd name="T22" fmla="*/ 2147483647 w 139"/>
              <a:gd name="T23" fmla="*/ 2147483647 h 698"/>
              <a:gd name="T24" fmla="*/ 2147483647 w 139"/>
              <a:gd name="T25" fmla="*/ 2147483647 h 698"/>
              <a:gd name="T26" fmla="*/ 2147483647 w 139"/>
              <a:gd name="T27" fmla="*/ 2147483647 h 698"/>
              <a:gd name="T28" fmla="*/ 2147483647 w 139"/>
              <a:gd name="T29" fmla="*/ 2147483647 h 698"/>
              <a:gd name="T30" fmla="*/ 2147483647 w 139"/>
              <a:gd name="T31" fmla="*/ 2147483647 h 698"/>
              <a:gd name="T32" fmla="*/ 2147483647 w 139"/>
              <a:gd name="T33" fmla="*/ 2147483647 h 698"/>
              <a:gd name="T34" fmla="*/ 2147483647 w 139"/>
              <a:gd name="T35" fmla="*/ 2147483647 h 698"/>
              <a:gd name="T36" fmla="*/ 2147483647 w 139"/>
              <a:gd name="T37" fmla="*/ 2147483647 h 698"/>
              <a:gd name="T38" fmla="*/ 2147483647 w 139"/>
              <a:gd name="T39" fmla="*/ 2147483647 h 698"/>
              <a:gd name="T40" fmla="*/ 2147483647 w 139"/>
              <a:gd name="T41" fmla="*/ 2147483647 h 698"/>
              <a:gd name="T42" fmla="*/ 2147483647 w 139"/>
              <a:gd name="T43" fmla="*/ 2147483647 h 698"/>
              <a:gd name="T44" fmla="*/ 2147483647 w 139"/>
              <a:gd name="T45" fmla="*/ 2147483647 h 698"/>
              <a:gd name="T46" fmla="*/ 2147483647 w 139"/>
              <a:gd name="T47" fmla="*/ 2147483647 h 698"/>
              <a:gd name="T48" fmla="*/ 2147483647 w 139"/>
              <a:gd name="T49" fmla="*/ 2147483647 h 698"/>
              <a:gd name="T50" fmla="*/ 2147483647 w 139"/>
              <a:gd name="T51" fmla="*/ 2147483647 h 698"/>
              <a:gd name="T52" fmla="*/ 2147483647 w 139"/>
              <a:gd name="T53" fmla="*/ 2147483647 h 698"/>
              <a:gd name="T54" fmla="*/ 2147483647 w 139"/>
              <a:gd name="T55" fmla="*/ 2147483647 h 698"/>
              <a:gd name="T56" fmla="*/ 2147483647 w 139"/>
              <a:gd name="T57" fmla="*/ 2147483647 h 698"/>
              <a:gd name="T58" fmla="*/ 2147483647 w 139"/>
              <a:gd name="T59" fmla="*/ 2147483647 h 698"/>
              <a:gd name="T60" fmla="*/ 2147483647 w 139"/>
              <a:gd name="T61" fmla="*/ 2147483647 h 698"/>
              <a:gd name="T62" fmla="*/ 0 w 139"/>
              <a:gd name="T63" fmla="*/ 2147483647 h 698"/>
              <a:gd name="T64" fmla="*/ 0 w 139"/>
              <a:gd name="T65" fmla="*/ 2147483647 h 698"/>
              <a:gd name="T66" fmla="*/ 2147483647 w 139"/>
              <a:gd name="T67" fmla="*/ 2147483647 h 698"/>
              <a:gd name="T68" fmla="*/ 2147483647 w 139"/>
              <a:gd name="T69" fmla="*/ 2147483647 h 698"/>
              <a:gd name="T70" fmla="*/ 2147483647 w 139"/>
              <a:gd name="T71" fmla="*/ 2147483647 h 69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39" h="698">
                <a:moveTo>
                  <a:pt x="0" y="71"/>
                </a:moveTo>
                <a:lnTo>
                  <a:pt x="0" y="64"/>
                </a:lnTo>
                <a:lnTo>
                  <a:pt x="1" y="56"/>
                </a:lnTo>
                <a:lnTo>
                  <a:pt x="3" y="49"/>
                </a:lnTo>
                <a:lnTo>
                  <a:pt x="5" y="43"/>
                </a:lnTo>
                <a:lnTo>
                  <a:pt x="8" y="37"/>
                </a:lnTo>
                <a:lnTo>
                  <a:pt x="12" y="31"/>
                </a:lnTo>
                <a:lnTo>
                  <a:pt x="16" y="26"/>
                </a:lnTo>
                <a:lnTo>
                  <a:pt x="20" y="20"/>
                </a:lnTo>
                <a:lnTo>
                  <a:pt x="25" y="16"/>
                </a:lnTo>
                <a:lnTo>
                  <a:pt x="31" y="11"/>
                </a:lnTo>
                <a:lnTo>
                  <a:pt x="37" y="9"/>
                </a:lnTo>
                <a:lnTo>
                  <a:pt x="42" y="6"/>
                </a:lnTo>
                <a:lnTo>
                  <a:pt x="49" y="3"/>
                </a:lnTo>
                <a:lnTo>
                  <a:pt x="56" y="1"/>
                </a:lnTo>
                <a:lnTo>
                  <a:pt x="63" y="0"/>
                </a:lnTo>
                <a:lnTo>
                  <a:pt x="70" y="0"/>
                </a:lnTo>
                <a:lnTo>
                  <a:pt x="77" y="0"/>
                </a:lnTo>
                <a:lnTo>
                  <a:pt x="83" y="1"/>
                </a:lnTo>
                <a:lnTo>
                  <a:pt x="90" y="3"/>
                </a:lnTo>
                <a:lnTo>
                  <a:pt x="97" y="6"/>
                </a:lnTo>
                <a:lnTo>
                  <a:pt x="103" y="8"/>
                </a:lnTo>
                <a:lnTo>
                  <a:pt x="108" y="11"/>
                </a:lnTo>
                <a:lnTo>
                  <a:pt x="114" y="16"/>
                </a:lnTo>
                <a:lnTo>
                  <a:pt x="118" y="20"/>
                </a:lnTo>
                <a:lnTo>
                  <a:pt x="123" y="25"/>
                </a:lnTo>
                <a:lnTo>
                  <a:pt x="127" y="31"/>
                </a:lnTo>
                <a:lnTo>
                  <a:pt x="130" y="36"/>
                </a:lnTo>
                <a:lnTo>
                  <a:pt x="133" y="43"/>
                </a:lnTo>
                <a:lnTo>
                  <a:pt x="136" y="49"/>
                </a:lnTo>
                <a:lnTo>
                  <a:pt x="138" y="56"/>
                </a:lnTo>
                <a:lnTo>
                  <a:pt x="139" y="64"/>
                </a:lnTo>
                <a:lnTo>
                  <a:pt x="139" y="71"/>
                </a:lnTo>
                <a:lnTo>
                  <a:pt x="139" y="78"/>
                </a:lnTo>
                <a:lnTo>
                  <a:pt x="138" y="84"/>
                </a:lnTo>
                <a:lnTo>
                  <a:pt x="136" y="91"/>
                </a:lnTo>
                <a:lnTo>
                  <a:pt x="133" y="98"/>
                </a:lnTo>
                <a:lnTo>
                  <a:pt x="130" y="104"/>
                </a:lnTo>
                <a:lnTo>
                  <a:pt x="127" y="110"/>
                </a:lnTo>
                <a:lnTo>
                  <a:pt x="123" y="115"/>
                </a:lnTo>
                <a:lnTo>
                  <a:pt x="118" y="120"/>
                </a:lnTo>
                <a:lnTo>
                  <a:pt x="113" y="125"/>
                </a:lnTo>
                <a:lnTo>
                  <a:pt x="108" y="128"/>
                </a:lnTo>
                <a:lnTo>
                  <a:pt x="102" y="132"/>
                </a:lnTo>
                <a:lnTo>
                  <a:pt x="96" y="135"/>
                </a:lnTo>
                <a:lnTo>
                  <a:pt x="89" y="137"/>
                </a:lnTo>
                <a:lnTo>
                  <a:pt x="83" y="140"/>
                </a:lnTo>
                <a:lnTo>
                  <a:pt x="75" y="140"/>
                </a:lnTo>
                <a:lnTo>
                  <a:pt x="68" y="141"/>
                </a:lnTo>
                <a:lnTo>
                  <a:pt x="61" y="140"/>
                </a:lnTo>
                <a:lnTo>
                  <a:pt x="54" y="140"/>
                </a:lnTo>
                <a:lnTo>
                  <a:pt x="48" y="137"/>
                </a:lnTo>
                <a:lnTo>
                  <a:pt x="41" y="135"/>
                </a:lnTo>
                <a:lnTo>
                  <a:pt x="35" y="132"/>
                </a:lnTo>
                <a:lnTo>
                  <a:pt x="30" y="128"/>
                </a:lnTo>
                <a:lnTo>
                  <a:pt x="25" y="125"/>
                </a:lnTo>
                <a:lnTo>
                  <a:pt x="19" y="120"/>
                </a:lnTo>
                <a:lnTo>
                  <a:pt x="16" y="115"/>
                </a:lnTo>
                <a:lnTo>
                  <a:pt x="11" y="110"/>
                </a:lnTo>
                <a:lnTo>
                  <a:pt x="8" y="104"/>
                </a:lnTo>
                <a:lnTo>
                  <a:pt x="5" y="98"/>
                </a:lnTo>
                <a:lnTo>
                  <a:pt x="3" y="91"/>
                </a:lnTo>
                <a:lnTo>
                  <a:pt x="1" y="84"/>
                </a:lnTo>
                <a:lnTo>
                  <a:pt x="0" y="78"/>
                </a:lnTo>
                <a:lnTo>
                  <a:pt x="0" y="71"/>
                </a:lnTo>
                <a:lnTo>
                  <a:pt x="16" y="698"/>
                </a:lnTo>
                <a:lnTo>
                  <a:pt x="16" y="221"/>
                </a:lnTo>
                <a:lnTo>
                  <a:pt x="122" y="201"/>
                </a:lnTo>
                <a:lnTo>
                  <a:pt x="122" y="698"/>
                </a:lnTo>
                <a:lnTo>
                  <a:pt x="16" y="698"/>
                </a:lnTo>
                <a:lnTo>
                  <a:pt x="0" y="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3" name="Freeform 47"/>
          <p:cNvSpPr>
            <a:spLocks/>
          </p:cNvSpPr>
          <p:nvPr/>
        </p:nvSpPr>
        <p:spPr bwMode="auto">
          <a:xfrm>
            <a:off x="109538" y="3025777"/>
            <a:ext cx="555625" cy="747713"/>
          </a:xfrm>
          <a:custGeom>
            <a:avLst/>
            <a:gdLst>
              <a:gd name="T0" fmla="*/ 2147483647 w 388"/>
              <a:gd name="T1" fmla="*/ 2147483647 h 499"/>
              <a:gd name="T2" fmla="*/ 2147483647 w 388"/>
              <a:gd name="T3" fmla="*/ 2147483647 h 499"/>
              <a:gd name="T4" fmla="*/ 2147483647 w 388"/>
              <a:gd name="T5" fmla="*/ 2147483647 h 499"/>
              <a:gd name="T6" fmla="*/ 2147483647 w 388"/>
              <a:gd name="T7" fmla="*/ 2147483647 h 499"/>
              <a:gd name="T8" fmla="*/ 2147483647 w 388"/>
              <a:gd name="T9" fmla="*/ 2147483647 h 499"/>
              <a:gd name="T10" fmla="*/ 2147483647 w 388"/>
              <a:gd name="T11" fmla="*/ 2147483647 h 499"/>
              <a:gd name="T12" fmla="*/ 2147483647 w 388"/>
              <a:gd name="T13" fmla="*/ 2147483647 h 499"/>
              <a:gd name="T14" fmla="*/ 2147483647 w 388"/>
              <a:gd name="T15" fmla="*/ 2147483647 h 499"/>
              <a:gd name="T16" fmla="*/ 2147483647 w 388"/>
              <a:gd name="T17" fmla="*/ 2147483647 h 499"/>
              <a:gd name="T18" fmla="*/ 2147483647 w 388"/>
              <a:gd name="T19" fmla="*/ 2147483647 h 499"/>
              <a:gd name="T20" fmla="*/ 2147483647 w 388"/>
              <a:gd name="T21" fmla="*/ 2147483647 h 499"/>
              <a:gd name="T22" fmla="*/ 2147483647 w 388"/>
              <a:gd name="T23" fmla="*/ 2147483647 h 499"/>
              <a:gd name="T24" fmla="*/ 2147483647 w 388"/>
              <a:gd name="T25" fmla="*/ 2147483647 h 499"/>
              <a:gd name="T26" fmla="*/ 2147483647 w 388"/>
              <a:gd name="T27" fmla="*/ 2147483647 h 499"/>
              <a:gd name="T28" fmla="*/ 2147483647 w 388"/>
              <a:gd name="T29" fmla="*/ 2147483647 h 499"/>
              <a:gd name="T30" fmla="*/ 2147483647 w 388"/>
              <a:gd name="T31" fmla="*/ 2147483647 h 499"/>
              <a:gd name="T32" fmla="*/ 2147483647 w 388"/>
              <a:gd name="T33" fmla="*/ 2147483647 h 499"/>
              <a:gd name="T34" fmla="*/ 2147483647 w 388"/>
              <a:gd name="T35" fmla="*/ 2147483647 h 499"/>
              <a:gd name="T36" fmla="*/ 2147483647 w 388"/>
              <a:gd name="T37" fmla="*/ 2147483647 h 499"/>
              <a:gd name="T38" fmla="*/ 2147483647 w 388"/>
              <a:gd name="T39" fmla="*/ 0 h 499"/>
              <a:gd name="T40" fmla="*/ 2147483647 w 388"/>
              <a:gd name="T41" fmla="*/ 2147483647 h 499"/>
              <a:gd name="T42" fmla="*/ 2147483647 w 388"/>
              <a:gd name="T43" fmla="*/ 2147483647 h 499"/>
              <a:gd name="T44" fmla="*/ 2147483647 w 388"/>
              <a:gd name="T45" fmla="*/ 2147483647 h 499"/>
              <a:gd name="T46" fmla="*/ 2147483647 w 388"/>
              <a:gd name="T47" fmla="*/ 2147483647 h 499"/>
              <a:gd name="T48" fmla="*/ 2147483647 w 388"/>
              <a:gd name="T49" fmla="*/ 2147483647 h 499"/>
              <a:gd name="T50" fmla="*/ 2147483647 w 388"/>
              <a:gd name="T51" fmla="*/ 2147483647 h 499"/>
              <a:gd name="T52" fmla="*/ 2147483647 w 388"/>
              <a:gd name="T53" fmla="*/ 2147483647 h 499"/>
              <a:gd name="T54" fmla="*/ 2147483647 w 388"/>
              <a:gd name="T55" fmla="*/ 2147483647 h 499"/>
              <a:gd name="T56" fmla="*/ 2147483647 w 388"/>
              <a:gd name="T57" fmla="*/ 2147483647 h 499"/>
              <a:gd name="T58" fmla="*/ 2147483647 w 388"/>
              <a:gd name="T59" fmla="*/ 2147483647 h 499"/>
              <a:gd name="T60" fmla="*/ 2147483647 w 388"/>
              <a:gd name="T61" fmla="*/ 2147483647 h 499"/>
              <a:gd name="T62" fmla="*/ 2147483647 w 388"/>
              <a:gd name="T63" fmla="*/ 2147483647 h 499"/>
              <a:gd name="T64" fmla="*/ 2147483647 w 388"/>
              <a:gd name="T65" fmla="*/ 2147483647 h 499"/>
              <a:gd name="T66" fmla="*/ 2147483647 w 388"/>
              <a:gd name="T67" fmla="*/ 2147483647 h 499"/>
              <a:gd name="T68" fmla="*/ 2147483647 w 388"/>
              <a:gd name="T69" fmla="*/ 2147483647 h 499"/>
              <a:gd name="T70" fmla="*/ 2147483647 w 388"/>
              <a:gd name="T71" fmla="*/ 2147483647 h 499"/>
              <a:gd name="T72" fmla="*/ 2147483647 w 388"/>
              <a:gd name="T73" fmla="*/ 2147483647 h 499"/>
              <a:gd name="T74" fmla="*/ 2147483647 w 388"/>
              <a:gd name="T75" fmla="*/ 2147483647 h 499"/>
              <a:gd name="T76" fmla="*/ 2147483647 w 388"/>
              <a:gd name="T77" fmla="*/ 2147483647 h 499"/>
              <a:gd name="T78" fmla="*/ 2147483647 w 388"/>
              <a:gd name="T79" fmla="*/ 2147483647 h 49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88" h="499">
                <a:moveTo>
                  <a:pt x="284" y="499"/>
                </a:moveTo>
                <a:lnTo>
                  <a:pt x="284" y="177"/>
                </a:lnTo>
                <a:lnTo>
                  <a:pt x="284" y="165"/>
                </a:lnTo>
                <a:lnTo>
                  <a:pt x="283" y="154"/>
                </a:lnTo>
                <a:lnTo>
                  <a:pt x="283" y="145"/>
                </a:lnTo>
                <a:lnTo>
                  <a:pt x="281" y="136"/>
                </a:lnTo>
                <a:lnTo>
                  <a:pt x="279" y="128"/>
                </a:lnTo>
                <a:lnTo>
                  <a:pt x="277" y="121"/>
                </a:lnTo>
                <a:lnTo>
                  <a:pt x="274" y="115"/>
                </a:lnTo>
                <a:lnTo>
                  <a:pt x="271" y="110"/>
                </a:lnTo>
                <a:lnTo>
                  <a:pt x="268" y="105"/>
                </a:lnTo>
                <a:lnTo>
                  <a:pt x="264" y="101"/>
                </a:lnTo>
                <a:lnTo>
                  <a:pt x="259" y="98"/>
                </a:lnTo>
                <a:lnTo>
                  <a:pt x="254" y="96"/>
                </a:lnTo>
                <a:lnTo>
                  <a:pt x="248" y="95"/>
                </a:lnTo>
                <a:lnTo>
                  <a:pt x="242" y="93"/>
                </a:lnTo>
                <a:lnTo>
                  <a:pt x="236" y="93"/>
                </a:lnTo>
                <a:lnTo>
                  <a:pt x="228" y="93"/>
                </a:lnTo>
                <a:lnTo>
                  <a:pt x="222" y="93"/>
                </a:lnTo>
                <a:lnTo>
                  <a:pt x="216" y="93"/>
                </a:lnTo>
                <a:lnTo>
                  <a:pt x="210" y="95"/>
                </a:lnTo>
                <a:lnTo>
                  <a:pt x="203" y="96"/>
                </a:lnTo>
                <a:lnTo>
                  <a:pt x="189" y="101"/>
                </a:lnTo>
                <a:lnTo>
                  <a:pt x="175" y="108"/>
                </a:lnTo>
                <a:lnTo>
                  <a:pt x="161" y="116"/>
                </a:lnTo>
                <a:lnTo>
                  <a:pt x="148" y="125"/>
                </a:lnTo>
                <a:lnTo>
                  <a:pt x="134" y="136"/>
                </a:lnTo>
                <a:lnTo>
                  <a:pt x="122" y="147"/>
                </a:lnTo>
                <a:lnTo>
                  <a:pt x="122" y="499"/>
                </a:lnTo>
                <a:lnTo>
                  <a:pt x="18" y="499"/>
                </a:lnTo>
                <a:lnTo>
                  <a:pt x="18" y="142"/>
                </a:lnTo>
                <a:lnTo>
                  <a:pt x="18" y="124"/>
                </a:lnTo>
                <a:lnTo>
                  <a:pt x="17" y="107"/>
                </a:lnTo>
                <a:lnTo>
                  <a:pt x="16" y="93"/>
                </a:lnTo>
                <a:lnTo>
                  <a:pt x="14" y="78"/>
                </a:lnTo>
                <a:lnTo>
                  <a:pt x="11" y="66"/>
                </a:lnTo>
                <a:lnTo>
                  <a:pt x="8" y="52"/>
                </a:lnTo>
                <a:lnTo>
                  <a:pt x="5" y="40"/>
                </a:lnTo>
                <a:lnTo>
                  <a:pt x="0" y="27"/>
                </a:lnTo>
                <a:lnTo>
                  <a:pt x="96" y="0"/>
                </a:lnTo>
                <a:lnTo>
                  <a:pt x="100" y="8"/>
                </a:lnTo>
                <a:lnTo>
                  <a:pt x="104" y="17"/>
                </a:lnTo>
                <a:lnTo>
                  <a:pt x="107" y="25"/>
                </a:lnTo>
                <a:lnTo>
                  <a:pt x="109" y="34"/>
                </a:lnTo>
                <a:lnTo>
                  <a:pt x="110" y="42"/>
                </a:lnTo>
                <a:lnTo>
                  <a:pt x="112" y="51"/>
                </a:lnTo>
                <a:lnTo>
                  <a:pt x="113" y="60"/>
                </a:lnTo>
                <a:lnTo>
                  <a:pt x="113" y="69"/>
                </a:lnTo>
                <a:lnTo>
                  <a:pt x="132" y="54"/>
                </a:lnTo>
                <a:lnTo>
                  <a:pt x="151" y="40"/>
                </a:lnTo>
                <a:lnTo>
                  <a:pt x="160" y="34"/>
                </a:lnTo>
                <a:lnTo>
                  <a:pt x="169" y="28"/>
                </a:lnTo>
                <a:lnTo>
                  <a:pt x="178" y="24"/>
                </a:lnTo>
                <a:lnTo>
                  <a:pt x="187" y="20"/>
                </a:lnTo>
                <a:lnTo>
                  <a:pt x="197" y="15"/>
                </a:lnTo>
                <a:lnTo>
                  <a:pt x="206" y="12"/>
                </a:lnTo>
                <a:lnTo>
                  <a:pt x="215" y="9"/>
                </a:lnTo>
                <a:lnTo>
                  <a:pt x="224" y="6"/>
                </a:lnTo>
                <a:lnTo>
                  <a:pt x="233" y="5"/>
                </a:lnTo>
                <a:lnTo>
                  <a:pt x="243" y="3"/>
                </a:lnTo>
                <a:lnTo>
                  <a:pt x="252" y="2"/>
                </a:lnTo>
                <a:lnTo>
                  <a:pt x="262" y="2"/>
                </a:lnTo>
                <a:lnTo>
                  <a:pt x="276" y="2"/>
                </a:lnTo>
                <a:lnTo>
                  <a:pt x="289" y="5"/>
                </a:lnTo>
                <a:lnTo>
                  <a:pt x="301" y="7"/>
                </a:lnTo>
                <a:lnTo>
                  <a:pt x="313" y="11"/>
                </a:lnTo>
                <a:lnTo>
                  <a:pt x="324" y="15"/>
                </a:lnTo>
                <a:lnTo>
                  <a:pt x="335" y="21"/>
                </a:lnTo>
                <a:lnTo>
                  <a:pt x="344" y="28"/>
                </a:lnTo>
                <a:lnTo>
                  <a:pt x="353" y="36"/>
                </a:lnTo>
                <a:lnTo>
                  <a:pt x="362" y="45"/>
                </a:lnTo>
                <a:lnTo>
                  <a:pt x="368" y="55"/>
                </a:lnTo>
                <a:lnTo>
                  <a:pt x="374" y="66"/>
                </a:lnTo>
                <a:lnTo>
                  <a:pt x="379" y="78"/>
                </a:lnTo>
                <a:lnTo>
                  <a:pt x="383" y="91"/>
                </a:lnTo>
                <a:lnTo>
                  <a:pt x="386" y="105"/>
                </a:lnTo>
                <a:lnTo>
                  <a:pt x="388" y="120"/>
                </a:lnTo>
                <a:lnTo>
                  <a:pt x="388" y="136"/>
                </a:lnTo>
                <a:lnTo>
                  <a:pt x="388" y="499"/>
                </a:lnTo>
                <a:lnTo>
                  <a:pt x="284" y="4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4" name="Freeform 48"/>
          <p:cNvSpPr>
            <a:spLocks/>
          </p:cNvSpPr>
          <p:nvPr/>
        </p:nvSpPr>
        <p:spPr bwMode="auto">
          <a:xfrm>
            <a:off x="1138238" y="2779713"/>
            <a:ext cx="958850" cy="993775"/>
          </a:xfrm>
          <a:custGeom>
            <a:avLst/>
            <a:gdLst>
              <a:gd name="T0" fmla="*/ 2147483647 w 668"/>
              <a:gd name="T1" fmla="*/ 2147483647 h 663"/>
              <a:gd name="T2" fmla="*/ 2147483647 w 668"/>
              <a:gd name="T3" fmla="*/ 2147483647 h 663"/>
              <a:gd name="T4" fmla="*/ 2147483647 w 668"/>
              <a:gd name="T5" fmla="*/ 2147483647 h 663"/>
              <a:gd name="T6" fmla="*/ 2147483647 w 668"/>
              <a:gd name="T7" fmla="*/ 2147483647 h 663"/>
              <a:gd name="T8" fmla="*/ 2147483647 w 668"/>
              <a:gd name="T9" fmla="*/ 2147483647 h 663"/>
              <a:gd name="T10" fmla="*/ 2147483647 w 668"/>
              <a:gd name="T11" fmla="*/ 2147483647 h 663"/>
              <a:gd name="T12" fmla="*/ 2147483647 w 668"/>
              <a:gd name="T13" fmla="*/ 2147483647 h 663"/>
              <a:gd name="T14" fmla="*/ 2147483647 w 668"/>
              <a:gd name="T15" fmla="*/ 2147483647 h 663"/>
              <a:gd name="T16" fmla="*/ 2147483647 w 668"/>
              <a:gd name="T17" fmla="*/ 2147483647 h 663"/>
              <a:gd name="T18" fmla="*/ 2147483647 w 668"/>
              <a:gd name="T19" fmla="*/ 2147483647 h 663"/>
              <a:gd name="T20" fmla="*/ 2147483647 w 668"/>
              <a:gd name="T21" fmla="*/ 2147483647 h 663"/>
              <a:gd name="T22" fmla="*/ 2147483647 w 668"/>
              <a:gd name="T23" fmla="*/ 2147483647 h 663"/>
              <a:gd name="T24" fmla="*/ 2147483647 w 668"/>
              <a:gd name="T25" fmla="*/ 2147483647 h 663"/>
              <a:gd name="T26" fmla="*/ 2147483647 w 668"/>
              <a:gd name="T27" fmla="*/ 2147483647 h 663"/>
              <a:gd name="T28" fmla="*/ 2147483647 w 668"/>
              <a:gd name="T29" fmla="*/ 2147483647 h 663"/>
              <a:gd name="T30" fmla="*/ 2147483647 w 668"/>
              <a:gd name="T31" fmla="*/ 2147483647 h 663"/>
              <a:gd name="T32" fmla="*/ 2147483647 w 668"/>
              <a:gd name="T33" fmla="*/ 2147483647 h 663"/>
              <a:gd name="T34" fmla="*/ 2147483647 w 668"/>
              <a:gd name="T35" fmla="*/ 2147483647 h 663"/>
              <a:gd name="T36" fmla="*/ 2147483647 w 668"/>
              <a:gd name="T37" fmla="*/ 2147483647 h 663"/>
              <a:gd name="T38" fmla="*/ 2147483647 w 668"/>
              <a:gd name="T39" fmla="*/ 2147483647 h 663"/>
              <a:gd name="T40" fmla="*/ 2147483647 w 668"/>
              <a:gd name="T41" fmla="*/ 2147483647 h 663"/>
              <a:gd name="T42" fmla="*/ 2147483647 w 668"/>
              <a:gd name="T43" fmla="*/ 2147483647 h 663"/>
              <a:gd name="T44" fmla="*/ 2147483647 w 668"/>
              <a:gd name="T45" fmla="*/ 2147483647 h 663"/>
              <a:gd name="T46" fmla="*/ 2147483647 w 668"/>
              <a:gd name="T47" fmla="*/ 2147483647 h 663"/>
              <a:gd name="T48" fmla="*/ 2147483647 w 668"/>
              <a:gd name="T49" fmla="*/ 2147483647 h 663"/>
              <a:gd name="T50" fmla="*/ 2147483647 w 668"/>
              <a:gd name="T51" fmla="*/ 2147483647 h 663"/>
              <a:gd name="T52" fmla="*/ 2147483647 w 668"/>
              <a:gd name="T53" fmla="*/ 2147483647 h 663"/>
              <a:gd name="T54" fmla="*/ 2147483647 w 668"/>
              <a:gd name="T55" fmla="*/ 2147483647 h 663"/>
              <a:gd name="T56" fmla="*/ 2147483647 w 668"/>
              <a:gd name="T57" fmla="*/ 2147483647 h 663"/>
              <a:gd name="T58" fmla="*/ 2147483647 w 668"/>
              <a:gd name="T59" fmla="*/ 2147483647 h 663"/>
              <a:gd name="T60" fmla="*/ 2147483647 w 668"/>
              <a:gd name="T61" fmla="*/ 2147483647 h 663"/>
              <a:gd name="T62" fmla="*/ 2147483647 w 668"/>
              <a:gd name="T63" fmla="*/ 2147483647 h 663"/>
              <a:gd name="T64" fmla="*/ 2147483647 w 668"/>
              <a:gd name="T65" fmla="*/ 2147483647 h 663"/>
              <a:gd name="T66" fmla="*/ 2147483647 w 668"/>
              <a:gd name="T67" fmla="*/ 2147483647 h 663"/>
              <a:gd name="T68" fmla="*/ 0 w 668"/>
              <a:gd name="T69" fmla="*/ 2147483647 h 663"/>
              <a:gd name="T70" fmla="*/ 2147483647 w 668"/>
              <a:gd name="T71" fmla="*/ 0 h 663"/>
              <a:gd name="T72" fmla="*/ 2147483647 w 668"/>
              <a:gd name="T73" fmla="*/ 0 h 663"/>
              <a:gd name="T74" fmla="*/ 2147483647 w 668"/>
              <a:gd name="T75" fmla="*/ 2147483647 h 663"/>
              <a:gd name="T76" fmla="*/ 2147483647 w 668"/>
              <a:gd name="T77" fmla="*/ 2147483647 h 663"/>
              <a:gd name="T78" fmla="*/ 2147483647 w 668"/>
              <a:gd name="T79" fmla="*/ 2147483647 h 663"/>
              <a:gd name="T80" fmla="*/ 2147483647 w 668"/>
              <a:gd name="T81" fmla="*/ 2147483647 h 663"/>
              <a:gd name="T82" fmla="*/ 2147483647 w 668"/>
              <a:gd name="T83" fmla="*/ 2147483647 h 663"/>
              <a:gd name="T84" fmla="*/ 2147483647 w 668"/>
              <a:gd name="T85" fmla="*/ 2147483647 h 663"/>
              <a:gd name="T86" fmla="*/ 2147483647 w 668"/>
              <a:gd name="T87" fmla="*/ 2147483647 h 663"/>
              <a:gd name="T88" fmla="*/ 2147483647 w 668"/>
              <a:gd name="T89" fmla="*/ 2147483647 h 663"/>
              <a:gd name="T90" fmla="*/ 2147483647 w 668"/>
              <a:gd name="T91" fmla="*/ 2147483647 h 663"/>
              <a:gd name="T92" fmla="*/ 2147483647 w 668"/>
              <a:gd name="T93" fmla="*/ 0 h 663"/>
              <a:gd name="T94" fmla="*/ 2147483647 w 668"/>
              <a:gd name="T95" fmla="*/ 0 h 663"/>
              <a:gd name="T96" fmla="*/ 2147483647 w 668"/>
              <a:gd name="T97" fmla="*/ 2147483647 h 663"/>
              <a:gd name="T98" fmla="*/ 2147483647 w 668"/>
              <a:gd name="T99" fmla="*/ 2147483647 h 663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668" h="663">
                <a:moveTo>
                  <a:pt x="559" y="663"/>
                </a:moveTo>
                <a:lnTo>
                  <a:pt x="529" y="251"/>
                </a:lnTo>
                <a:lnTo>
                  <a:pt x="528" y="236"/>
                </a:lnTo>
                <a:lnTo>
                  <a:pt x="527" y="219"/>
                </a:lnTo>
                <a:lnTo>
                  <a:pt x="526" y="203"/>
                </a:lnTo>
                <a:lnTo>
                  <a:pt x="525" y="187"/>
                </a:lnTo>
                <a:lnTo>
                  <a:pt x="524" y="172"/>
                </a:lnTo>
                <a:lnTo>
                  <a:pt x="524" y="160"/>
                </a:lnTo>
                <a:lnTo>
                  <a:pt x="524" y="149"/>
                </a:lnTo>
                <a:lnTo>
                  <a:pt x="524" y="140"/>
                </a:lnTo>
                <a:lnTo>
                  <a:pt x="520" y="159"/>
                </a:lnTo>
                <a:lnTo>
                  <a:pt x="514" y="184"/>
                </a:lnTo>
                <a:lnTo>
                  <a:pt x="506" y="212"/>
                </a:lnTo>
                <a:lnTo>
                  <a:pt x="498" y="243"/>
                </a:lnTo>
                <a:lnTo>
                  <a:pt x="377" y="663"/>
                </a:lnTo>
                <a:lnTo>
                  <a:pt x="283" y="663"/>
                </a:lnTo>
                <a:lnTo>
                  <a:pt x="173" y="261"/>
                </a:lnTo>
                <a:lnTo>
                  <a:pt x="168" y="244"/>
                </a:lnTo>
                <a:lnTo>
                  <a:pt x="164" y="227"/>
                </a:lnTo>
                <a:lnTo>
                  <a:pt x="159" y="209"/>
                </a:lnTo>
                <a:lnTo>
                  <a:pt x="155" y="192"/>
                </a:lnTo>
                <a:lnTo>
                  <a:pt x="151" y="175"/>
                </a:lnTo>
                <a:lnTo>
                  <a:pt x="148" y="160"/>
                </a:lnTo>
                <a:lnTo>
                  <a:pt x="146" y="149"/>
                </a:lnTo>
                <a:lnTo>
                  <a:pt x="144" y="138"/>
                </a:lnTo>
                <a:lnTo>
                  <a:pt x="144" y="149"/>
                </a:lnTo>
                <a:lnTo>
                  <a:pt x="143" y="161"/>
                </a:lnTo>
                <a:lnTo>
                  <a:pt x="143" y="176"/>
                </a:lnTo>
                <a:lnTo>
                  <a:pt x="141" y="193"/>
                </a:lnTo>
                <a:lnTo>
                  <a:pt x="141" y="210"/>
                </a:lnTo>
                <a:lnTo>
                  <a:pt x="139" y="228"/>
                </a:lnTo>
                <a:lnTo>
                  <a:pt x="138" y="246"/>
                </a:lnTo>
                <a:lnTo>
                  <a:pt x="137" y="262"/>
                </a:lnTo>
                <a:lnTo>
                  <a:pt x="109" y="663"/>
                </a:lnTo>
                <a:lnTo>
                  <a:pt x="0" y="663"/>
                </a:lnTo>
                <a:lnTo>
                  <a:pt x="60" y="0"/>
                </a:lnTo>
                <a:lnTo>
                  <a:pt x="207" y="0"/>
                </a:lnTo>
                <a:lnTo>
                  <a:pt x="309" y="376"/>
                </a:lnTo>
                <a:lnTo>
                  <a:pt x="319" y="413"/>
                </a:lnTo>
                <a:lnTo>
                  <a:pt x="325" y="443"/>
                </a:lnTo>
                <a:lnTo>
                  <a:pt x="331" y="468"/>
                </a:lnTo>
                <a:lnTo>
                  <a:pt x="334" y="486"/>
                </a:lnTo>
                <a:lnTo>
                  <a:pt x="337" y="467"/>
                </a:lnTo>
                <a:lnTo>
                  <a:pt x="343" y="441"/>
                </a:lnTo>
                <a:lnTo>
                  <a:pt x="349" y="411"/>
                </a:lnTo>
                <a:lnTo>
                  <a:pt x="358" y="377"/>
                </a:lnTo>
                <a:lnTo>
                  <a:pt x="462" y="0"/>
                </a:lnTo>
                <a:lnTo>
                  <a:pt x="609" y="0"/>
                </a:lnTo>
                <a:lnTo>
                  <a:pt x="668" y="663"/>
                </a:lnTo>
                <a:lnTo>
                  <a:pt x="559" y="6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5" name="Freeform 49"/>
          <p:cNvSpPr>
            <a:spLocks/>
          </p:cNvSpPr>
          <p:nvPr/>
        </p:nvSpPr>
        <p:spPr bwMode="auto">
          <a:xfrm>
            <a:off x="2225675" y="3028952"/>
            <a:ext cx="614363" cy="763588"/>
          </a:xfrm>
          <a:custGeom>
            <a:avLst/>
            <a:gdLst>
              <a:gd name="T0" fmla="*/ 2147483647 w 429"/>
              <a:gd name="T1" fmla="*/ 2147483647 h 510"/>
              <a:gd name="T2" fmla="*/ 2147483647 w 429"/>
              <a:gd name="T3" fmla="*/ 2147483647 h 510"/>
              <a:gd name="T4" fmla="*/ 2147483647 w 429"/>
              <a:gd name="T5" fmla="*/ 2147483647 h 510"/>
              <a:gd name="T6" fmla="*/ 2147483647 w 429"/>
              <a:gd name="T7" fmla="*/ 2147483647 h 510"/>
              <a:gd name="T8" fmla="*/ 2147483647 w 429"/>
              <a:gd name="T9" fmla="*/ 2147483647 h 510"/>
              <a:gd name="T10" fmla="*/ 2147483647 w 429"/>
              <a:gd name="T11" fmla="*/ 2147483647 h 510"/>
              <a:gd name="T12" fmla="*/ 2147483647 w 429"/>
              <a:gd name="T13" fmla="*/ 2147483647 h 510"/>
              <a:gd name="T14" fmla="*/ 2147483647 w 429"/>
              <a:gd name="T15" fmla="*/ 2147483647 h 510"/>
              <a:gd name="T16" fmla="*/ 2147483647 w 429"/>
              <a:gd name="T17" fmla="*/ 2147483647 h 510"/>
              <a:gd name="T18" fmla="*/ 2147483647 w 429"/>
              <a:gd name="T19" fmla="*/ 2147483647 h 510"/>
              <a:gd name="T20" fmla="*/ 2147483647 w 429"/>
              <a:gd name="T21" fmla="*/ 2147483647 h 510"/>
              <a:gd name="T22" fmla="*/ 2147483647 w 429"/>
              <a:gd name="T23" fmla="*/ 2147483647 h 510"/>
              <a:gd name="T24" fmla="*/ 2147483647 w 429"/>
              <a:gd name="T25" fmla="*/ 2147483647 h 510"/>
              <a:gd name="T26" fmla="*/ 2147483647 w 429"/>
              <a:gd name="T27" fmla="*/ 2147483647 h 510"/>
              <a:gd name="T28" fmla="*/ 2147483647 w 429"/>
              <a:gd name="T29" fmla="*/ 2147483647 h 510"/>
              <a:gd name="T30" fmla="*/ 0 w 429"/>
              <a:gd name="T31" fmla="*/ 2147483647 h 510"/>
              <a:gd name="T32" fmla="*/ 2147483647 w 429"/>
              <a:gd name="T33" fmla="*/ 2147483647 h 510"/>
              <a:gd name="T34" fmla="*/ 2147483647 w 429"/>
              <a:gd name="T35" fmla="*/ 2147483647 h 510"/>
              <a:gd name="T36" fmla="*/ 2147483647 w 429"/>
              <a:gd name="T37" fmla="*/ 2147483647 h 510"/>
              <a:gd name="T38" fmla="*/ 2147483647 w 429"/>
              <a:gd name="T39" fmla="*/ 2147483647 h 510"/>
              <a:gd name="T40" fmla="*/ 2147483647 w 429"/>
              <a:gd name="T41" fmla="*/ 2147483647 h 510"/>
              <a:gd name="T42" fmla="*/ 2147483647 w 429"/>
              <a:gd name="T43" fmla="*/ 2147483647 h 510"/>
              <a:gd name="T44" fmla="*/ 2147483647 w 429"/>
              <a:gd name="T45" fmla="*/ 2147483647 h 510"/>
              <a:gd name="T46" fmla="*/ 2147483647 w 429"/>
              <a:gd name="T47" fmla="*/ 0 h 510"/>
              <a:gd name="T48" fmla="*/ 2147483647 w 429"/>
              <a:gd name="T49" fmla="*/ 2147483647 h 510"/>
              <a:gd name="T50" fmla="*/ 2147483647 w 429"/>
              <a:gd name="T51" fmla="*/ 2147483647 h 510"/>
              <a:gd name="T52" fmla="*/ 2147483647 w 429"/>
              <a:gd name="T53" fmla="*/ 2147483647 h 510"/>
              <a:gd name="T54" fmla="*/ 2147483647 w 429"/>
              <a:gd name="T55" fmla="*/ 2147483647 h 510"/>
              <a:gd name="T56" fmla="*/ 2147483647 w 429"/>
              <a:gd name="T57" fmla="*/ 2147483647 h 510"/>
              <a:gd name="T58" fmla="*/ 2147483647 w 429"/>
              <a:gd name="T59" fmla="*/ 2147483647 h 510"/>
              <a:gd name="T60" fmla="*/ 2147483647 w 429"/>
              <a:gd name="T61" fmla="*/ 2147483647 h 510"/>
              <a:gd name="T62" fmla="*/ 2147483647 w 429"/>
              <a:gd name="T63" fmla="*/ 2147483647 h 510"/>
              <a:gd name="T64" fmla="*/ 2147483647 w 429"/>
              <a:gd name="T65" fmla="*/ 2147483647 h 510"/>
              <a:gd name="T66" fmla="*/ 2147483647 w 429"/>
              <a:gd name="T67" fmla="*/ 2147483647 h 510"/>
              <a:gd name="T68" fmla="*/ 2147483647 w 429"/>
              <a:gd name="T69" fmla="*/ 2147483647 h 510"/>
              <a:gd name="T70" fmla="*/ 2147483647 w 429"/>
              <a:gd name="T71" fmla="*/ 2147483647 h 510"/>
              <a:gd name="T72" fmla="*/ 2147483647 w 429"/>
              <a:gd name="T73" fmla="*/ 2147483647 h 510"/>
              <a:gd name="T74" fmla="*/ 2147483647 w 429"/>
              <a:gd name="T75" fmla="*/ 2147483647 h 510"/>
              <a:gd name="T76" fmla="*/ 2147483647 w 429"/>
              <a:gd name="T77" fmla="*/ 2147483647 h 510"/>
              <a:gd name="T78" fmla="*/ 2147483647 w 429"/>
              <a:gd name="T79" fmla="*/ 2147483647 h 510"/>
              <a:gd name="T80" fmla="*/ 2147483647 w 429"/>
              <a:gd name="T81" fmla="*/ 2147483647 h 510"/>
              <a:gd name="T82" fmla="*/ 2147483647 w 429"/>
              <a:gd name="T83" fmla="*/ 2147483647 h 510"/>
              <a:gd name="T84" fmla="*/ 2147483647 w 429"/>
              <a:gd name="T85" fmla="*/ 2147483647 h 510"/>
              <a:gd name="T86" fmla="*/ 2147483647 w 429"/>
              <a:gd name="T87" fmla="*/ 2147483647 h 510"/>
              <a:gd name="T88" fmla="*/ 2147483647 w 429"/>
              <a:gd name="T89" fmla="*/ 2147483647 h 510"/>
              <a:gd name="T90" fmla="*/ 2147483647 w 429"/>
              <a:gd name="T91" fmla="*/ 2147483647 h 510"/>
              <a:gd name="T92" fmla="*/ 2147483647 w 429"/>
              <a:gd name="T93" fmla="*/ 2147483647 h 510"/>
              <a:gd name="T94" fmla="*/ 2147483647 w 429"/>
              <a:gd name="T95" fmla="*/ 2147483647 h 510"/>
              <a:gd name="T96" fmla="*/ 2147483647 w 429"/>
              <a:gd name="T97" fmla="*/ 2147483647 h 510"/>
              <a:gd name="T98" fmla="*/ 2147483647 w 429"/>
              <a:gd name="T99" fmla="*/ 2147483647 h 510"/>
              <a:gd name="T100" fmla="*/ 2147483647 w 429"/>
              <a:gd name="T101" fmla="*/ 2147483647 h 51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429" h="510">
                <a:moveTo>
                  <a:pt x="429" y="257"/>
                </a:moveTo>
                <a:lnTo>
                  <a:pt x="429" y="271"/>
                </a:lnTo>
                <a:lnTo>
                  <a:pt x="428" y="285"/>
                </a:lnTo>
                <a:lnTo>
                  <a:pt x="427" y="299"/>
                </a:lnTo>
                <a:lnTo>
                  <a:pt x="425" y="312"/>
                </a:lnTo>
                <a:lnTo>
                  <a:pt x="424" y="325"/>
                </a:lnTo>
                <a:lnTo>
                  <a:pt x="421" y="338"/>
                </a:lnTo>
                <a:lnTo>
                  <a:pt x="418" y="350"/>
                </a:lnTo>
                <a:lnTo>
                  <a:pt x="414" y="362"/>
                </a:lnTo>
                <a:lnTo>
                  <a:pt x="410" y="374"/>
                </a:lnTo>
                <a:lnTo>
                  <a:pt x="406" y="385"/>
                </a:lnTo>
                <a:lnTo>
                  <a:pt x="401" y="395"/>
                </a:lnTo>
                <a:lnTo>
                  <a:pt x="396" y="406"/>
                </a:lnTo>
                <a:lnTo>
                  <a:pt x="390" y="415"/>
                </a:lnTo>
                <a:lnTo>
                  <a:pt x="384" y="424"/>
                </a:lnTo>
                <a:lnTo>
                  <a:pt x="378" y="433"/>
                </a:lnTo>
                <a:lnTo>
                  <a:pt x="371" y="441"/>
                </a:lnTo>
                <a:lnTo>
                  <a:pt x="364" y="449"/>
                </a:lnTo>
                <a:lnTo>
                  <a:pt x="356" y="457"/>
                </a:lnTo>
                <a:lnTo>
                  <a:pt x="348" y="464"/>
                </a:lnTo>
                <a:lnTo>
                  <a:pt x="340" y="470"/>
                </a:lnTo>
                <a:lnTo>
                  <a:pt x="331" y="477"/>
                </a:lnTo>
                <a:lnTo>
                  <a:pt x="322" y="482"/>
                </a:lnTo>
                <a:lnTo>
                  <a:pt x="313" y="487"/>
                </a:lnTo>
                <a:lnTo>
                  <a:pt x="304" y="492"/>
                </a:lnTo>
                <a:lnTo>
                  <a:pt x="293" y="496"/>
                </a:lnTo>
                <a:lnTo>
                  <a:pt x="283" y="499"/>
                </a:lnTo>
                <a:lnTo>
                  <a:pt x="272" y="502"/>
                </a:lnTo>
                <a:lnTo>
                  <a:pt x="261" y="505"/>
                </a:lnTo>
                <a:lnTo>
                  <a:pt x="250" y="507"/>
                </a:lnTo>
                <a:lnTo>
                  <a:pt x="238" y="508"/>
                </a:lnTo>
                <a:lnTo>
                  <a:pt x="226" y="509"/>
                </a:lnTo>
                <a:lnTo>
                  <a:pt x="214" y="510"/>
                </a:lnTo>
                <a:lnTo>
                  <a:pt x="202" y="509"/>
                </a:lnTo>
                <a:lnTo>
                  <a:pt x="190" y="508"/>
                </a:lnTo>
                <a:lnTo>
                  <a:pt x="178" y="507"/>
                </a:lnTo>
                <a:lnTo>
                  <a:pt x="167" y="505"/>
                </a:lnTo>
                <a:lnTo>
                  <a:pt x="156" y="502"/>
                </a:lnTo>
                <a:lnTo>
                  <a:pt x="146" y="499"/>
                </a:lnTo>
                <a:lnTo>
                  <a:pt x="135" y="496"/>
                </a:lnTo>
                <a:lnTo>
                  <a:pt x="125" y="492"/>
                </a:lnTo>
                <a:lnTo>
                  <a:pt x="116" y="487"/>
                </a:lnTo>
                <a:lnTo>
                  <a:pt x="106" y="482"/>
                </a:lnTo>
                <a:lnTo>
                  <a:pt x="97" y="476"/>
                </a:lnTo>
                <a:lnTo>
                  <a:pt x="89" y="470"/>
                </a:lnTo>
                <a:lnTo>
                  <a:pt x="80" y="464"/>
                </a:lnTo>
                <a:lnTo>
                  <a:pt x="73" y="456"/>
                </a:lnTo>
                <a:lnTo>
                  <a:pt x="65" y="449"/>
                </a:lnTo>
                <a:lnTo>
                  <a:pt x="58" y="441"/>
                </a:lnTo>
                <a:lnTo>
                  <a:pt x="51" y="432"/>
                </a:lnTo>
                <a:lnTo>
                  <a:pt x="45" y="423"/>
                </a:lnTo>
                <a:lnTo>
                  <a:pt x="39" y="414"/>
                </a:lnTo>
                <a:lnTo>
                  <a:pt x="33" y="404"/>
                </a:lnTo>
                <a:lnTo>
                  <a:pt x="28" y="394"/>
                </a:lnTo>
                <a:lnTo>
                  <a:pt x="23" y="383"/>
                </a:lnTo>
                <a:lnTo>
                  <a:pt x="19" y="372"/>
                </a:lnTo>
                <a:lnTo>
                  <a:pt x="15" y="361"/>
                </a:lnTo>
                <a:lnTo>
                  <a:pt x="11" y="349"/>
                </a:lnTo>
                <a:lnTo>
                  <a:pt x="8" y="336"/>
                </a:lnTo>
                <a:lnTo>
                  <a:pt x="6" y="324"/>
                </a:lnTo>
                <a:lnTo>
                  <a:pt x="4" y="311"/>
                </a:lnTo>
                <a:lnTo>
                  <a:pt x="3" y="298"/>
                </a:lnTo>
                <a:lnTo>
                  <a:pt x="1" y="284"/>
                </a:lnTo>
                <a:lnTo>
                  <a:pt x="0" y="270"/>
                </a:lnTo>
                <a:lnTo>
                  <a:pt x="0" y="255"/>
                </a:lnTo>
                <a:lnTo>
                  <a:pt x="0" y="241"/>
                </a:lnTo>
                <a:lnTo>
                  <a:pt x="1" y="227"/>
                </a:lnTo>
                <a:lnTo>
                  <a:pt x="3" y="213"/>
                </a:lnTo>
                <a:lnTo>
                  <a:pt x="4" y="200"/>
                </a:lnTo>
                <a:lnTo>
                  <a:pt x="6" y="187"/>
                </a:lnTo>
                <a:lnTo>
                  <a:pt x="8" y="174"/>
                </a:lnTo>
                <a:lnTo>
                  <a:pt x="11" y="162"/>
                </a:lnTo>
                <a:lnTo>
                  <a:pt x="15" y="150"/>
                </a:lnTo>
                <a:lnTo>
                  <a:pt x="19" y="138"/>
                </a:lnTo>
                <a:lnTo>
                  <a:pt x="23" y="127"/>
                </a:lnTo>
                <a:lnTo>
                  <a:pt x="28" y="117"/>
                </a:lnTo>
                <a:lnTo>
                  <a:pt x="33" y="106"/>
                </a:lnTo>
                <a:lnTo>
                  <a:pt x="39" y="96"/>
                </a:lnTo>
                <a:lnTo>
                  <a:pt x="45" y="87"/>
                </a:lnTo>
                <a:lnTo>
                  <a:pt x="51" y="78"/>
                </a:lnTo>
                <a:lnTo>
                  <a:pt x="58" y="70"/>
                </a:lnTo>
                <a:lnTo>
                  <a:pt x="65" y="61"/>
                </a:lnTo>
                <a:lnTo>
                  <a:pt x="73" y="54"/>
                </a:lnTo>
                <a:lnTo>
                  <a:pt x="80" y="47"/>
                </a:lnTo>
                <a:lnTo>
                  <a:pt x="89" y="40"/>
                </a:lnTo>
                <a:lnTo>
                  <a:pt x="97" y="34"/>
                </a:lnTo>
                <a:lnTo>
                  <a:pt x="106" y="28"/>
                </a:lnTo>
                <a:lnTo>
                  <a:pt x="115" y="23"/>
                </a:lnTo>
                <a:lnTo>
                  <a:pt x="125" y="18"/>
                </a:lnTo>
                <a:lnTo>
                  <a:pt x="134" y="14"/>
                </a:lnTo>
                <a:lnTo>
                  <a:pt x="145" y="10"/>
                </a:lnTo>
                <a:lnTo>
                  <a:pt x="155" y="7"/>
                </a:lnTo>
                <a:lnTo>
                  <a:pt x="166" y="5"/>
                </a:lnTo>
                <a:lnTo>
                  <a:pt x="178" y="3"/>
                </a:lnTo>
                <a:lnTo>
                  <a:pt x="189" y="1"/>
                </a:lnTo>
                <a:lnTo>
                  <a:pt x="200" y="0"/>
                </a:lnTo>
                <a:lnTo>
                  <a:pt x="212" y="0"/>
                </a:lnTo>
                <a:lnTo>
                  <a:pt x="225" y="0"/>
                </a:lnTo>
                <a:lnTo>
                  <a:pt x="237" y="1"/>
                </a:lnTo>
                <a:lnTo>
                  <a:pt x="249" y="3"/>
                </a:lnTo>
                <a:lnTo>
                  <a:pt x="261" y="5"/>
                </a:lnTo>
                <a:lnTo>
                  <a:pt x="272" y="8"/>
                </a:lnTo>
                <a:lnTo>
                  <a:pt x="283" y="11"/>
                </a:lnTo>
                <a:lnTo>
                  <a:pt x="294" y="15"/>
                </a:lnTo>
                <a:lnTo>
                  <a:pt x="304" y="18"/>
                </a:lnTo>
                <a:lnTo>
                  <a:pt x="314" y="23"/>
                </a:lnTo>
                <a:lnTo>
                  <a:pt x="324" y="29"/>
                </a:lnTo>
                <a:lnTo>
                  <a:pt x="333" y="35"/>
                </a:lnTo>
                <a:lnTo>
                  <a:pt x="342" y="41"/>
                </a:lnTo>
                <a:lnTo>
                  <a:pt x="350" y="47"/>
                </a:lnTo>
                <a:lnTo>
                  <a:pt x="358" y="55"/>
                </a:lnTo>
                <a:lnTo>
                  <a:pt x="365" y="62"/>
                </a:lnTo>
                <a:lnTo>
                  <a:pt x="373" y="70"/>
                </a:lnTo>
                <a:lnTo>
                  <a:pt x="380" y="79"/>
                </a:lnTo>
                <a:lnTo>
                  <a:pt x="386" y="88"/>
                </a:lnTo>
                <a:lnTo>
                  <a:pt x="391" y="98"/>
                </a:lnTo>
                <a:lnTo>
                  <a:pt x="397" y="108"/>
                </a:lnTo>
                <a:lnTo>
                  <a:pt x="402" y="118"/>
                </a:lnTo>
                <a:lnTo>
                  <a:pt x="406" y="129"/>
                </a:lnTo>
                <a:lnTo>
                  <a:pt x="411" y="140"/>
                </a:lnTo>
                <a:lnTo>
                  <a:pt x="415" y="152"/>
                </a:lnTo>
                <a:lnTo>
                  <a:pt x="418" y="163"/>
                </a:lnTo>
                <a:lnTo>
                  <a:pt x="421" y="175"/>
                </a:lnTo>
                <a:lnTo>
                  <a:pt x="424" y="188"/>
                </a:lnTo>
                <a:lnTo>
                  <a:pt x="426" y="201"/>
                </a:lnTo>
                <a:lnTo>
                  <a:pt x="427" y="215"/>
                </a:lnTo>
                <a:lnTo>
                  <a:pt x="428" y="228"/>
                </a:lnTo>
                <a:lnTo>
                  <a:pt x="429" y="242"/>
                </a:lnTo>
                <a:lnTo>
                  <a:pt x="429" y="257"/>
                </a:lnTo>
                <a:lnTo>
                  <a:pt x="117" y="248"/>
                </a:lnTo>
                <a:lnTo>
                  <a:pt x="117" y="274"/>
                </a:lnTo>
                <a:lnTo>
                  <a:pt x="119" y="297"/>
                </a:lnTo>
                <a:lnTo>
                  <a:pt x="121" y="318"/>
                </a:lnTo>
                <a:lnTo>
                  <a:pt x="124" y="336"/>
                </a:lnTo>
                <a:lnTo>
                  <a:pt x="128" y="353"/>
                </a:lnTo>
                <a:lnTo>
                  <a:pt x="131" y="368"/>
                </a:lnTo>
                <a:lnTo>
                  <a:pt x="137" y="382"/>
                </a:lnTo>
                <a:lnTo>
                  <a:pt x="143" y="393"/>
                </a:lnTo>
                <a:lnTo>
                  <a:pt x="146" y="397"/>
                </a:lnTo>
                <a:lnTo>
                  <a:pt x="149" y="403"/>
                </a:lnTo>
                <a:lnTo>
                  <a:pt x="153" y="406"/>
                </a:lnTo>
                <a:lnTo>
                  <a:pt x="157" y="411"/>
                </a:lnTo>
                <a:lnTo>
                  <a:pt x="161" y="414"/>
                </a:lnTo>
                <a:lnTo>
                  <a:pt x="165" y="417"/>
                </a:lnTo>
                <a:lnTo>
                  <a:pt x="169" y="420"/>
                </a:lnTo>
                <a:lnTo>
                  <a:pt x="174" y="422"/>
                </a:lnTo>
                <a:lnTo>
                  <a:pt x="184" y="426"/>
                </a:lnTo>
                <a:lnTo>
                  <a:pt x="193" y="429"/>
                </a:lnTo>
                <a:lnTo>
                  <a:pt x="204" y="430"/>
                </a:lnTo>
                <a:lnTo>
                  <a:pt x="216" y="431"/>
                </a:lnTo>
                <a:lnTo>
                  <a:pt x="228" y="430"/>
                </a:lnTo>
                <a:lnTo>
                  <a:pt x="238" y="429"/>
                </a:lnTo>
                <a:lnTo>
                  <a:pt x="248" y="426"/>
                </a:lnTo>
                <a:lnTo>
                  <a:pt x="257" y="421"/>
                </a:lnTo>
                <a:lnTo>
                  <a:pt x="266" y="415"/>
                </a:lnTo>
                <a:lnTo>
                  <a:pt x="275" y="409"/>
                </a:lnTo>
                <a:lnTo>
                  <a:pt x="281" y="400"/>
                </a:lnTo>
                <a:lnTo>
                  <a:pt x="288" y="390"/>
                </a:lnTo>
                <a:lnTo>
                  <a:pt x="294" y="379"/>
                </a:lnTo>
                <a:lnTo>
                  <a:pt x="299" y="366"/>
                </a:lnTo>
                <a:lnTo>
                  <a:pt x="303" y="352"/>
                </a:lnTo>
                <a:lnTo>
                  <a:pt x="307" y="336"/>
                </a:lnTo>
                <a:lnTo>
                  <a:pt x="310" y="319"/>
                </a:lnTo>
                <a:lnTo>
                  <a:pt x="312" y="301"/>
                </a:lnTo>
                <a:lnTo>
                  <a:pt x="313" y="280"/>
                </a:lnTo>
                <a:lnTo>
                  <a:pt x="313" y="258"/>
                </a:lnTo>
                <a:lnTo>
                  <a:pt x="313" y="234"/>
                </a:lnTo>
                <a:lnTo>
                  <a:pt x="311" y="211"/>
                </a:lnTo>
                <a:lnTo>
                  <a:pt x="309" y="191"/>
                </a:lnTo>
                <a:lnTo>
                  <a:pt x="306" y="172"/>
                </a:lnTo>
                <a:lnTo>
                  <a:pt x="302" y="156"/>
                </a:lnTo>
                <a:lnTo>
                  <a:pt x="298" y="141"/>
                </a:lnTo>
                <a:lnTo>
                  <a:pt x="292" y="128"/>
                </a:lnTo>
                <a:lnTo>
                  <a:pt x="286" y="117"/>
                </a:lnTo>
                <a:lnTo>
                  <a:pt x="283" y="113"/>
                </a:lnTo>
                <a:lnTo>
                  <a:pt x="279" y="108"/>
                </a:lnTo>
                <a:lnTo>
                  <a:pt x="276" y="104"/>
                </a:lnTo>
                <a:lnTo>
                  <a:pt x="272" y="100"/>
                </a:lnTo>
                <a:lnTo>
                  <a:pt x="268" y="96"/>
                </a:lnTo>
                <a:lnTo>
                  <a:pt x="263" y="93"/>
                </a:lnTo>
                <a:lnTo>
                  <a:pt x="259" y="91"/>
                </a:lnTo>
                <a:lnTo>
                  <a:pt x="254" y="88"/>
                </a:lnTo>
                <a:lnTo>
                  <a:pt x="245" y="85"/>
                </a:lnTo>
                <a:lnTo>
                  <a:pt x="235" y="82"/>
                </a:lnTo>
                <a:lnTo>
                  <a:pt x="225" y="80"/>
                </a:lnTo>
                <a:lnTo>
                  <a:pt x="213" y="80"/>
                </a:lnTo>
                <a:lnTo>
                  <a:pt x="201" y="80"/>
                </a:lnTo>
                <a:lnTo>
                  <a:pt x="190" y="82"/>
                </a:lnTo>
                <a:lnTo>
                  <a:pt x="179" y="85"/>
                </a:lnTo>
                <a:lnTo>
                  <a:pt x="170" y="90"/>
                </a:lnTo>
                <a:lnTo>
                  <a:pt x="166" y="92"/>
                </a:lnTo>
                <a:lnTo>
                  <a:pt x="161" y="95"/>
                </a:lnTo>
                <a:lnTo>
                  <a:pt x="157" y="99"/>
                </a:lnTo>
                <a:lnTo>
                  <a:pt x="153" y="102"/>
                </a:lnTo>
                <a:lnTo>
                  <a:pt x="146" y="111"/>
                </a:lnTo>
                <a:lnTo>
                  <a:pt x="140" y="120"/>
                </a:lnTo>
                <a:lnTo>
                  <a:pt x="134" y="131"/>
                </a:lnTo>
                <a:lnTo>
                  <a:pt x="130" y="143"/>
                </a:lnTo>
                <a:lnTo>
                  <a:pt x="126" y="158"/>
                </a:lnTo>
                <a:lnTo>
                  <a:pt x="122" y="172"/>
                </a:lnTo>
                <a:lnTo>
                  <a:pt x="120" y="190"/>
                </a:lnTo>
                <a:lnTo>
                  <a:pt x="119" y="207"/>
                </a:lnTo>
                <a:lnTo>
                  <a:pt x="117" y="228"/>
                </a:lnTo>
                <a:lnTo>
                  <a:pt x="117" y="248"/>
                </a:lnTo>
                <a:lnTo>
                  <a:pt x="429" y="2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6" name="Freeform 50"/>
          <p:cNvSpPr>
            <a:spLocks/>
          </p:cNvSpPr>
          <p:nvPr/>
        </p:nvSpPr>
        <p:spPr bwMode="auto">
          <a:xfrm>
            <a:off x="2974975" y="2716213"/>
            <a:ext cx="255588" cy="1073150"/>
          </a:xfrm>
          <a:custGeom>
            <a:avLst/>
            <a:gdLst>
              <a:gd name="T0" fmla="*/ 2147483647 w 178"/>
              <a:gd name="T1" fmla="*/ 2147483647 h 717"/>
              <a:gd name="T2" fmla="*/ 2147483647 w 178"/>
              <a:gd name="T3" fmla="*/ 2147483647 h 717"/>
              <a:gd name="T4" fmla="*/ 2147483647 w 178"/>
              <a:gd name="T5" fmla="*/ 2147483647 h 717"/>
              <a:gd name="T6" fmla="*/ 2147483647 w 178"/>
              <a:gd name="T7" fmla="*/ 2147483647 h 717"/>
              <a:gd name="T8" fmla="*/ 2147483647 w 178"/>
              <a:gd name="T9" fmla="*/ 2147483647 h 717"/>
              <a:gd name="T10" fmla="*/ 2147483647 w 178"/>
              <a:gd name="T11" fmla="*/ 2147483647 h 717"/>
              <a:gd name="T12" fmla="*/ 2147483647 w 178"/>
              <a:gd name="T13" fmla="*/ 2147483647 h 717"/>
              <a:gd name="T14" fmla="*/ 2147483647 w 178"/>
              <a:gd name="T15" fmla="*/ 2147483647 h 717"/>
              <a:gd name="T16" fmla="*/ 2147483647 w 178"/>
              <a:gd name="T17" fmla="*/ 2147483647 h 717"/>
              <a:gd name="T18" fmla="*/ 2147483647 w 178"/>
              <a:gd name="T19" fmla="*/ 2147483647 h 717"/>
              <a:gd name="T20" fmla="*/ 2147483647 w 178"/>
              <a:gd name="T21" fmla="*/ 2147483647 h 717"/>
              <a:gd name="T22" fmla="*/ 2147483647 w 178"/>
              <a:gd name="T23" fmla="*/ 2147483647 h 717"/>
              <a:gd name="T24" fmla="*/ 2147483647 w 178"/>
              <a:gd name="T25" fmla="*/ 2147483647 h 717"/>
              <a:gd name="T26" fmla="*/ 2147483647 w 178"/>
              <a:gd name="T27" fmla="*/ 2147483647 h 717"/>
              <a:gd name="T28" fmla="*/ 2147483647 w 178"/>
              <a:gd name="T29" fmla="*/ 2147483647 h 717"/>
              <a:gd name="T30" fmla="*/ 0 w 178"/>
              <a:gd name="T31" fmla="*/ 2147483647 h 717"/>
              <a:gd name="T32" fmla="*/ 2147483647 w 178"/>
              <a:gd name="T33" fmla="*/ 2147483647 h 717"/>
              <a:gd name="T34" fmla="*/ 2147483647 w 178"/>
              <a:gd name="T35" fmla="*/ 2147483647 h 717"/>
              <a:gd name="T36" fmla="*/ 2147483647 w 178"/>
              <a:gd name="T37" fmla="*/ 2147483647 h 717"/>
              <a:gd name="T38" fmla="*/ 2147483647 w 178"/>
              <a:gd name="T39" fmla="*/ 2147483647 h 717"/>
              <a:gd name="T40" fmla="*/ 2147483647 w 178"/>
              <a:gd name="T41" fmla="*/ 2147483647 h 717"/>
              <a:gd name="T42" fmla="*/ 2147483647 w 178"/>
              <a:gd name="T43" fmla="*/ 2147483647 h 717"/>
              <a:gd name="T44" fmla="*/ 2147483647 w 178"/>
              <a:gd name="T45" fmla="*/ 2147483647 h 717"/>
              <a:gd name="T46" fmla="*/ 2147483647 w 178"/>
              <a:gd name="T47" fmla="*/ 2147483647 h 717"/>
              <a:gd name="T48" fmla="*/ 2147483647 w 178"/>
              <a:gd name="T49" fmla="*/ 2147483647 h 717"/>
              <a:gd name="T50" fmla="*/ 2147483647 w 178"/>
              <a:gd name="T51" fmla="*/ 2147483647 h 717"/>
              <a:gd name="T52" fmla="*/ 2147483647 w 178"/>
              <a:gd name="T53" fmla="*/ 2147483647 h 717"/>
              <a:gd name="T54" fmla="*/ 2147483647 w 178"/>
              <a:gd name="T55" fmla="*/ 2147483647 h 717"/>
              <a:gd name="T56" fmla="*/ 2147483647 w 178"/>
              <a:gd name="T57" fmla="*/ 2147483647 h 717"/>
              <a:gd name="T58" fmla="*/ 2147483647 w 178"/>
              <a:gd name="T59" fmla="*/ 2147483647 h 717"/>
              <a:gd name="T60" fmla="*/ 2147483647 w 178"/>
              <a:gd name="T61" fmla="*/ 2147483647 h 717"/>
              <a:gd name="T62" fmla="*/ 2147483647 w 178"/>
              <a:gd name="T63" fmla="*/ 2147483647 h 717"/>
              <a:gd name="T64" fmla="*/ 2147483647 w 178"/>
              <a:gd name="T65" fmla="*/ 2147483647 h 7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78" h="717">
                <a:moveTo>
                  <a:pt x="115" y="717"/>
                </a:moveTo>
                <a:lnTo>
                  <a:pt x="105" y="717"/>
                </a:lnTo>
                <a:lnTo>
                  <a:pt x="97" y="716"/>
                </a:lnTo>
                <a:lnTo>
                  <a:pt x="88" y="714"/>
                </a:lnTo>
                <a:lnTo>
                  <a:pt x="80" y="712"/>
                </a:lnTo>
                <a:lnTo>
                  <a:pt x="73" y="710"/>
                </a:lnTo>
                <a:lnTo>
                  <a:pt x="66" y="708"/>
                </a:lnTo>
                <a:lnTo>
                  <a:pt x="60" y="705"/>
                </a:lnTo>
                <a:lnTo>
                  <a:pt x="54" y="701"/>
                </a:lnTo>
                <a:lnTo>
                  <a:pt x="48" y="697"/>
                </a:lnTo>
                <a:lnTo>
                  <a:pt x="44" y="693"/>
                </a:lnTo>
                <a:lnTo>
                  <a:pt x="39" y="689"/>
                </a:lnTo>
                <a:lnTo>
                  <a:pt x="35" y="684"/>
                </a:lnTo>
                <a:lnTo>
                  <a:pt x="31" y="679"/>
                </a:lnTo>
                <a:lnTo>
                  <a:pt x="28" y="674"/>
                </a:lnTo>
                <a:lnTo>
                  <a:pt x="25" y="669"/>
                </a:lnTo>
                <a:lnTo>
                  <a:pt x="22" y="664"/>
                </a:lnTo>
                <a:lnTo>
                  <a:pt x="18" y="653"/>
                </a:lnTo>
                <a:lnTo>
                  <a:pt x="15" y="641"/>
                </a:lnTo>
                <a:lnTo>
                  <a:pt x="12" y="629"/>
                </a:lnTo>
                <a:lnTo>
                  <a:pt x="11" y="618"/>
                </a:lnTo>
                <a:lnTo>
                  <a:pt x="9" y="597"/>
                </a:lnTo>
                <a:lnTo>
                  <a:pt x="9" y="580"/>
                </a:lnTo>
                <a:lnTo>
                  <a:pt x="9" y="166"/>
                </a:lnTo>
                <a:lnTo>
                  <a:pt x="9" y="142"/>
                </a:lnTo>
                <a:lnTo>
                  <a:pt x="9" y="122"/>
                </a:lnTo>
                <a:lnTo>
                  <a:pt x="8" y="103"/>
                </a:lnTo>
                <a:lnTo>
                  <a:pt x="6" y="85"/>
                </a:lnTo>
                <a:lnTo>
                  <a:pt x="6" y="69"/>
                </a:lnTo>
                <a:lnTo>
                  <a:pt x="3" y="54"/>
                </a:lnTo>
                <a:lnTo>
                  <a:pt x="2" y="39"/>
                </a:lnTo>
                <a:lnTo>
                  <a:pt x="0" y="24"/>
                </a:lnTo>
                <a:lnTo>
                  <a:pt x="108" y="0"/>
                </a:lnTo>
                <a:lnTo>
                  <a:pt x="111" y="12"/>
                </a:lnTo>
                <a:lnTo>
                  <a:pt x="112" y="25"/>
                </a:lnTo>
                <a:lnTo>
                  <a:pt x="114" y="39"/>
                </a:lnTo>
                <a:lnTo>
                  <a:pt x="115" y="54"/>
                </a:lnTo>
                <a:lnTo>
                  <a:pt x="116" y="72"/>
                </a:lnTo>
                <a:lnTo>
                  <a:pt x="116" y="90"/>
                </a:lnTo>
                <a:lnTo>
                  <a:pt x="117" y="111"/>
                </a:lnTo>
                <a:lnTo>
                  <a:pt x="117" y="133"/>
                </a:lnTo>
                <a:lnTo>
                  <a:pt x="117" y="545"/>
                </a:lnTo>
                <a:lnTo>
                  <a:pt x="117" y="567"/>
                </a:lnTo>
                <a:lnTo>
                  <a:pt x="117" y="585"/>
                </a:lnTo>
                <a:lnTo>
                  <a:pt x="117" y="598"/>
                </a:lnTo>
                <a:lnTo>
                  <a:pt x="119" y="609"/>
                </a:lnTo>
                <a:lnTo>
                  <a:pt x="120" y="617"/>
                </a:lnTo>
                <a:lnTo>
                  <a:pt x="122" y="623"/>
                </a:lnTo>
                <a:lnTo>
                  <a:pt x="124" y="628"/>
                </a:lnTo>
                <a:lnTo>
                  <a:pt x="127" y="632"/>
                </a:lnTo>
                <a:lnTo>
                  <a:pt x="129" y="635"/>
                </a:lnTo>
                <a:lnTo>
                  <a:pt x="133" y="638"/>
                </a:lnTo>
                <a:lnTo>
                  <a:pt x="137" y="640"/>
                </a:lnTo>
                <a:lnTo>
                  <a:pt x="142" y="641"/>
                </a:lnTo>
                <a:lnTo>
                  <a:pt x="146" y="642"/>
                </a:lnTo>
                <a:lnTo>
                  <a:pt x="152" y="642"/>
                </a:lnTo>
                <a:lnTo>
                  <a:pt x="157" y="641"/>
                </a:lnTo>
                <a:lnTo>
                  <a:pt x="161" y="640"/>
                </a:lnTo>
                <a:lnTo>
                  <a:pt x="178" y="705"/>
                </a:lnTo>
                <a:lnTo>
                  <a:pt x="172" y="708"/>
                </a:lnTo>
                <a:lnTo>
                  <a:pt x="164" y="710"/>
                </a:lnTo>
                <a:lnTo>
                  <a:pt x="157" y="712"/>
                </a:lnTo>
                <a:lnTo>
                  <a:pt x="149" y="714"/>
                </a:lnTo>
                <a:lnTo>
                  <a:pt x="141" y="715"/>
                </a:lnTo>
                <a:lnTo>
                  <a:pt x="133" y="716"/>
                </a:lnTo>
                <a:lnTo>
                  <a:pt x="124" y="717"/>
                </a:lnTo>
                <a:lnTo>
                  <a:pt x="115" y="7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7" name="Freeform 51"/>
          <p:cNvSpPr>
            <a:spLocks/>
          </p:cNvSpPr>
          <p:nvPr/>
        </p:nvSpPr>
        <p:spPr bwMode="auto">
          <a:xfrm>
            <a:off x="3316290" y="3028952"/>
            <a:ext cx="582612" cy="763588"/>
          </a:xfrm>
          <a:custGeom>
            <a:avLst/>
            <a:gdLst>
              <a:gd name="T0" fmla="*/ 2147483647 w 406"/>
              <a:gd name="T1" fmla="*/ 2147483647 h 510"/>
              <a:gd name="T2" fmla="*/ 2147483647 w 406"/>
              <a:gd name="T3" fmla="*/ 2147483647 h 510"/>
              <a:gd name="T4" fmla="*/ 2147483647 w 406"/>
              <a:gd name="T5" fmla="*/ 2147483647 h 510"/>
              <a:gd name="T6" fmla="*/ 2147483647 w 406"/>
              <a:gd name="T7" fmla="*/ 2147483647 h 510"/>
              <a:gd name="T8" fmla="*/ 2147483647 w 406"/>
              <a:gd name="T9" fmla="*/ 2147483647 h 510"/>
              <a:gd name="T10" fmla="*/ 2147483647 w 406"/>
              <a:gd name="T11" fmla="*/ 2147483647 h 510"/>
              <a:gd name="T12" fmla="*/ 2147483647 w 406"/>
              <a:gd name="T13" fmla="*/ 2147483647 h 510"/>
              <a:gd name="T14" fmla="*/ 2147483647 w 406"/>
              <a:gd name="T15" fmla="*/ 2147483647 h 510"/>
              <a:gd name="T16" fmla="*/ 2147483647 w 406"/>
              <a:gd name="T17" fmla="*/ 2147483647 h 510"/>
              <a:gd name="T18" fmla="*/ 2147483647 w 406"/>
              <a:gd name="T19" fmla="*/ 2147483647 h 510"/>
              <a:gd name="T20" fmla="*/ 2147483647 w 406"/>
              <a:gd name="T21" fmla="*/ 2147483647 h 510"/>
              <a:gd name="T22" fmla="*/ 2147483647 w 406"/>
              <a:gd name="T23" fmla="*/ 2147483647 h 510"/>
              <a:gd name="T24" fmla="*/ 2147483647 w 406"/>
              <a:gd name="T25" fmla="*/ 2147483647 h 510"/>
              <a:gd name="T26" fmla="*/ 2147483647 w 406"/>
              <a:gd name="T27" fmla="*/ 2147483647 h 510"/>
              <a:gd name="T28" fmla="*/ 2147483647 w 406"/>
              <a:gd name="T29" fmla="*/ 2147483647 h 510"/>
              <a:gd name="T30" fmla="*/ 2147483647 w 406"/>
              <a:gd name="T31" fmla="*/ 2147483647 h 510"/>
              <a:gd name="T32" fmla="*/ 2147483647 w 406"/>
              <a:gd name="T33" fmla="*/ 2147483647 h 510"/>
              <a:gd name="T34" fmla="*/ 2147483647 w 406"/>
              <a:gd name="T35" fmla="*/ 2147483647 h 510"/>
              <a:gd name="T36" fmla="*/ 2147483647 w 406"/>
              <a:gd name="T37" fmla="*/ 2147483647 h 510"/>
              <a:gd name="T38" fmla="*/ 2147483647 w 406"/>
              <a:gd name="T39" fmla="*/ 2147483647 h 510"/>
              <a:gd name="T40" fmla="*/ 2147483647 w 406"/>
              <a:gd name="T41" fmla="*/ 2147483647 h 510"/>
              <a:gd name="T42" fmla="*/ 2147483647 w 406"/>
              <a:gd name="T43" fmla="*/ 2147483647 h 510"/>
              <a:gd name="T44" fmla="*/ 2147483647 w 406"/>
              <a:gd name="T45" fmla="*/ 2147483647 h 510"/>
              <a:gd name="T46" fmla="*/ 2147483647 w 406"/>
              <a:gd name="T47" fmla="*/ 2147483647 h 510"/>
              <a:gd name="T48" fmla="*/ 2147483647 w 406"/>
              <a:gd name="T49" fmla="*/ 2147483647 h 510"/>
              <a:gd name="T50" fmla="*/ 2147483647 w 406"/>
              <a:gd name="T51" fmla="*/ 2147483647 h 510"/>
              <a:gd name="T52" fmla="*/ 2147483647 w 406"/>
              <a:gd name="T53" fmla="*/ 2147483647 h 510"/>
              <a:gd name="T54" fmla="*/ 2147483647 w 406"/>
              <a:gd name="T55" fmla="*/ 2147483647 h 510"/>
              <a:gd name="T56" fmla="*/ 2147483647 w 406"/>
              <a:gd name="T57" fmla="*/ 2147483647 h 510"/>
              <a:gd name="T58" fmla="*/ 2147483647 w 406"/>
              <a:gd name="T59" fmla="*/ 2147483647 h 510"/>
              <a:gd name="T60" fmla="*/ 2147483647 w 406"/>
              <a:gd name="T61" fmla="*/ 2147483647 h 510"/>
              <a:gd name="T62" fmla="*/ 2147483647 w 406"/>
              <a:gd name="T63" fmla="*/ 2147483647 h 510"/>
              <a:gd name="T64" fmla="*/ 2147483647 w 406"/>
              <a:gd name="T65" fmla="*/ 2147483647 h 510"/>
              <a:gd name="T66" fmla="*/ 2147483647 w 406"/>
              <a:gd name="T67" fmla="*/ 2147483647 h 510"/>
              <a:gd name="T68" fmla="*/ 2147483647 w 406"/>
              <a:gd name="T69" fmla="*/ 2147483647 h 510"/>
              <a:gd name="T70" fmla="*/ 2147483647 w 406"/>
              <a:gd name="T71" fmla="*/ 2147483647 h 510"/>
              <a:gd name="T72" fmla="*/ 2147483647 w 406"/>
              <a:gd name="T73" fmla="*/ 2147483647 h 510"/>
              <a:gd name="T74" fmla="*/ 2147483647 w 406"/>
              <a:gd name="T75" fmla="*/ 2147483647 h 510"/>
              <a:gd name="T76" fmla="*/ 2147483647 w 406"/>
              <a:gd name="T77" fmla="*/ 0 h 510"/>
              <a:gd name="T78" fmla="*/ 2147483647 w 406"/>
              <a:gd name="T79" fmla="*/ 2147483647 h 510"/>
              <a:gd name="T80" fmla="*/ 2147483647 w 406"/>
              <a:gd name="T81" fmla="*/ 2147483647 h 510"/>
              <a:gd name="T82" fmla="*/ 2147483647 w 406"/>
              <a:gd name="T83" fmla="*/ 2147483647 h 510"/>
              <a:gd name="T84" fmla="*/ 2147483647 w 406"/>
              <a:gd name="T85" fmla="*/ 2147483647 h 510"/>
              <a:gd name="T86" fmla="*/ 2147483647 w 406"/>
              <a:gd name="T87" fmla="*/ 2147483647 h 510"/>
              <a:gd name="T88" fmla="*/ 2147483647 w 406"/>
              <a:gd name="T89" fmla="*/ 2147483647 h 510"/>
              <a:gd name="T90" fmla="*/ 2147483647 w 406"/>
              <a:gd name="T91" fmla="*/ 2147483647 h 510"/>
              <a:gd name="T92" fmla="*/ 2147483647 w 406"/>
              <a:gd name="T93" fmla="*/ 2147483647 h 510"/>
              <a:gd name="T94" fmla="*/ 2147483647 w 406"/>
              <a:gd name="T95" fmla="*/ 2147483647 h 510"/>
              <a:gd name="T96" fmla="*/ 2147483647 w 406"/>
              <a:gd name="T97" fmla="*/ 2147483647 h 510"/>
              <a:gd name="T98" fmla="*/ 2147483647 w 406"/>
              <a:gd name="T99" fmla="*/ 2147483647 h 510"/>
              <a:gd name="T100" fmla="*/ 2147483647 w 406"/>
              <a:gd name="T101" fmla="*/ 2147483647 h 510"/>
              <a:gd name="T102" fmla="*/ 2147483647 w 406"/>
              <a:gd name="T103" fmla="*/ 2147483647 h 510"/>
              <a:gd name="T104" fmla="*/ 2147483647 w 406"/>
              <a:gd name="T105" fmla="*/ 2147483647 h 510"/>
              <a:gd name="T106" fmla="*/ 2147483647 w 406"/>
              <a:gd name="T107" fmla="*/ 2147483647 h 510"/>
              <a:gd name="T108" fmla="*/ 2147483647 w 406"/>
              <a:gd name="T109" fmla="*/ 2147483647 h 510"/>
              <a:gd name="T110" fmla="*/ 2147483647 w 406"/>
              <a:gd name="T111" fmla="*/ 2147483647 h 510"/>
              <a:gd name="T112" fmla="*/ 2147483647 w 406"/>
              <a:gd name="T113" fmla="*/ 2147483647 h 510"/>
              <a:gd name="T114" fmla="*/ 2147483647 w 406"/>
              <a:gd name="T115" fmla="*/ 2147483647 h 510"/>
              <a:gd name="T116" fmla="*/ 2147483647 w 406"/>
              <a:gd name="T117" fmla="*/ 2147483647 h 510"/>
              <a:gd name="T118" fmla="*/ 2147483647 w 406"/>
              <a:gd name="T119" fmla="*/ 2147483647 h 510"/>
              <a:gd name="T120" fmla="*/ 2147483647 w 406"/>
              <a:gd name="T121" fmla="*/ 2147483647 h 510"/>
              <a:gd name="T122" fmla="*/ 2147483647 w 406"/>
              <a:gd name="T123" fmla="*/ 2147483647 h 510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06" h="510">
                <a:moveTo>
                  <a:pt x="116" y="283"/>
                </a:moveTo>
                <a:lnTo>
                  <a:pt x="116" y="291"/>
                </a:lnTo>
                <a:lnTo>
                  <a:pt x="117" y="304"/>
                </a:lnTo>
                <a:lnTo>
                  <a:pt x="118" y="316"/>
                </a:lnTo>
                <a:lnTo>
                  <a:pt x="119" y="329"/>
                </a:lnTo>
                <a:lnTo>
                  <a:pt x="122" y="341"/>
                </a:lnTo>
                <a:lnTo>
                  <a:pt x="125" y="353"/>
                </a:lnTo>
                <a:lnTo>
                  <a:pt x="129" y="364"/>
                </a:lnTo>
                <a:lnTo>
                  <a:pt x="134" y="375"/>
                </a:lnTo>
                <a:lnTo>
                  <a:pt x="141" y="385"/>
                </a:lnTo>
                <a:lnTo>
                  <a:pt x="148" y="394"/>
                </a:lnTo>
                <a:lnTo>
                  <a:pt x="157" y="403"/>
                </a:lnTo>
                <a:lnTo>
                  <a:pt x="162" y="407"/>
                </a:lnTo>
                <a:lnTo>
                  <a:pt x="166" y="411"/>
                </a:lnTo>
                <a:lnTo>
                  <a:pt x="172" y="414"/>
                </a:lnTo>
                <a:lnTo>
                  <a:pt x="177" y="417"/>
                </a:lnTo>
                <a:lnTo>
                  <a:pt x="183" y="420"/>
                </a:lnTo>
                <a:lnTo>
                  <a:pt x="190" y="422"/>
                </a:lnTo>
                <a:lnTo>
                  <a:pt x="197" y="424"/>
                </a:lnTo>
                <a:lnTo>
                  <a:pt x="204" y="426"/>
                </a:lnTo>
                <a:lnTo>
                  <a:pt x="212" y="427"/>
                </a:lnTo>
                <a:lnTo>
                  <a:pt x="219" y="428"/>
                </a:lnTo>
                <a:lnTo>
                  <a:pt x="227" y="429"/>
                </a:lnTo>
                <a:lnTo>
                  <a:pt x="236" y="429"/>
                </a:lnTo>
                <a:lnTo>
                  <a:pt x="244" y="429"/>
                </a:lnTo>
                <a:lnTo>
                  <a:pt x="253" y="428"/>
                </a:lnTo>
                <a:lnTo>
                  <a:pt x="261" y="427"/>
                </a:lnTo>
                <a:lnTo>
                  <a:pt x="269" y="426"/>
                </a:lnTo>
                <a:lnTo>
                  <a:pt x="277" y="424"/>
                </a:lnTo>
                <a:lnTo>
                  <a:pt x="285" y="422"/>
                </a:lnTo>
                <a:lnTo>
                  <a:pt x="292" y="420"/>
                </a:lnTo>
                <a:lnTo>
                  <a:pt x="300" y="417"/>
                </a:lnTo>
                <a:lnTo>
                  <a:pt x="315" y="410"/>
                </a:lnTo>
                <a:lnTo>
                  <a:pt x="329" y="402"/>
                </a:lnTo>
                <a:lnTo>
                  <a:pt x="344" y="392"/>
                </a:lnTo>
                <a:lnTo>
                  <a:pt x="357" y="381"/>
                </a:lnTo>
                <a:lnTo>
                  <a:pt x="399" y="445"/>
                </a:lnTo>
                <a:lnTo>
                  <a:pt x="389" y="453"/>
                </a:lnTo>
                <a:lnTo>
                  <a:pt x="379" y="461"/>
                </a:lnTo>
                <a:lnTo>
                  <a:pt x="369" y="467"/>
                </a:lnTo>
                <a:lnTo>
                  <a:pt x="359" y="473"/>
                </a:lnTo>
                <a:lnTo>
                  <a:pt x="349" y="479"/>
                </a:lnTo>
                <a:lnTo>
                  <a:pt x="338" y="484"/>
                </a:lnTo>
                <a:lnTo>
                  <a:pt x="327" y="490"/>
                </a:lnTo>
                <a:lnTo>
                  <a:pt x="317" y="493"/>
                </a:lnTo>
                <a:lnTo>
                  <a:pt x="306" y="497"/>
                </a:lnTo>
                <a:lnTo>
                  <a:pt x="294" y="501"/>
                </a:lnTo>
                <a:lnTo>
                  <a:pt x="283" y="503"/>
                </a:lnTo>
                <a:lnTo>
                  <a:pt x="271" y="505"/>
                </a:lnTo>
                <a:lnTo>
                  <a:pt x="260" y="508"/>
                </a:lnTo>
                <a:lnTo>
                  <a:pt x="248" y="508"/>
                </a:lnTo>
                <a:lnTo>
                  <a:pt x="236" y="509"/>
                </a:lnTo>
                <a:lnTo>
                  <a:pt x="224" y="510"/>
                </a:lnTo>
                <a:lnTo>
                  <a:pt x="211" y="509"/>
                </a:lnTo>
                <a:lnTo>
                  <a:pt x="199" y="508"/>
                </a:lnTo>
                <a:lnTo>
                  <a:pt x="186" y="507"/>
                </a:lnTo>
                <a:lnTo>
                  <a:pt x="175" y="505"/>
                </a:lnTo>
                <a:lnTo>
                  <a:pt x="163" y="502"/>
                </a:lnTo>
                <a:lnTo>
                  <a:pt x="152" y="499"/>
                </a:lnTo>
                <a:lnTo>
                  <a:pt x="142" y="496"/>
                </a:lnTo>
                <a:lnTo>
                  <a:pt x="131" y="492"/>
                </a:lnTo>
                <a:lnTo>
                  <a:pt x="121" y="487"/>
                </a:lnTo>
                <a:lnTo>
                  <a:pt x="111" y="482"/>
                </a:lnTo>
                <a:lnTo>
                  <a:pt x="102" y="476"/>
                </a:lnTo>
                <a:lnTo>
                  <a:pt x="92" y="470"/>
                </a:lnTo>
                <a:lnTo>
                  <a:pt x="84" y="464"/>
                </a:lnTo>
                <a:lnTo>
                  <a:pt x="76" y="456"/>
                </a:lnTo>
                <a:lnTo>
                  <a:pt x="68" y="449"/>
                </a:lnTo>
                <a:lnTo>
                  <a:pt x="60" y="441"/>
                </a:lnTo>
                <a:lnTo>
                  <a:pt x="54" y="432"/>
                </a:lnTo>
                <a:lnTo>
                  <a:pt x="47" y="423"/>
                </a:lnTo>
                <a:lnTo>
                  <a:pt x="40" y="414"/>
                </a:lnTo>
                <a:lnTo>
                  <a:pt x="35" y="404"/>
                </a:lnTo>
                <a:lnTo>
                  <a:pt x="29" y="394"/>
                </a:lnTo>
                <a:lnTo>
                  <a:pt x="25" y="383"/>
                </a:lnTo>
                <a:lnTo>
                  <a:pt x="20" y="372"/>
                </a:lnTo>
                <a:lnTo>
                  <a:pt x="16" y="361"/>
                </a:lnTo>
                <a:lnTo>
                  <a:pt x="12" y="349"/>
                </a:lnTo>
                <a:lnTo>
                  <a:pt x="9" y="336"/>
                </a:lnTo>
                <a:lnTo>
                  <a:pt x="7" y="324"/>
                </a:lnTo>
                <a:lnTo>
                  <a:pt x="5" y="311"/>
                </a:lnTo>
                <a:lnTo>
                  <a:pt x="2" y="298"/>
                </a:lnTo>
                <a:lnTo>
                  <a:pt x="2" y="284"/>
                </a:lnTo>
                <a:lnTo>
                  <a:pt x="1" y="270"/>
                </a:lnTo>
                <a:lnTo>
                  <a:pt x="0" y="255"/>
                </a:lnTo>
                <a:lnTo>
                  <a:pt x="1" y="239"/>
                </a:lnTo>
                <a:lnTo>
                  <a:pt x="1" y="225"/>
                </a:lnTo>
                <a:lnTo>
                  <a:pt x="2" y="210"/>
                </a:lnTo>
                <a:lnTo>
                  <a:pt x="4" y="196"/>
                </a:lnTo>
                <a:lnTo>
                  <a:pt x="6" y="183"/>
                </a:lnTo>
                <a:lnTo>
                  <a:pt x="8" y="170"/>
                </a:lnTo>
                <a:lnTo>
                  <a:pt x="11" y="158"/>
                </a:lnTo>
                <a:lnTo>
                  <a:pt x="15" y="146"/>
                </a:lnTo>
                <a:lnTo>
                  <a:pt x="19" y="135"/>
                </a:lnTo>
                <a:lnTo>
                  <a:pt x="23" y="124"/>
                </a:lnTo>
                <a:lnTo>
                  <a:pt x="28" y="114"/>
                </a:lnTo>
                <a:lnTo>
                  <a:pt x="34" y="103"/>
                </a:lnTo>
                <a:lnTo>
                  <a:pt x="40" y="93"/>
                </a:lnTo>
                <a:lnTo>
                  <a:pt x="46" y="84"/>
                </a:lnTo>
                <a:lnTo>
                  <a:pt x="53" y="75"/>
                </a:lnTo>
                <a:lnTo>
                  <a:pt x="60" y="65"/>
                </a:lnTo>
                <a:lnTo>
                  <a:pt x="68" y="57"/>
                </a:lnTo>
                <a:lnTo>
                  <a:pt x="76" y="50"/>
                </a:lnTo>
                <a:lnTo>
                  <a:pt x="84" y="43"/>
                </a:lnTo>
                <a:lnTo>
                  <a:pt x="92" y="36"/>
                </a:lnTo>
                <a:lnTo>
                  <a:pt x="101" y="30"/>
                </a:lnTo>
                <a:lnTo>
                  <a:pt x="109" y="25"/>
                </a:lnTo>
                <a:lnTo>
                  <a:pt x="118" y="21"/>
                </a:lnTo>
                <a:lnTo>
                  <a:pt x="127" y="16"/>
                </a:lnTo>
                <a:lnTo>
                  <a:pt x="136" y="12"/>
                </a:lnTo>
                <a:lnTo>
                  <a:pt x="146" y="9"/>
                </a:lnTo>
                <a:lnTo>
                  <a:pt x="156" y="6"/>
                </a:lnTo>
                <a:lnTo>
                  <a:pt x="166" y="4"/>
                </a:lnTo>
                <a:lnTo>
                  <a:pt x="177" y="3"/>
                </a:lnTo>
                <a:lnTo>
                  <a:pt x="187" y="1"/>
                </a:lnTo>
                <a:lnTo>
                  <a:pt x="198" y="0"/>
                </a:lnTo>
                <a:lnTo>
                  <a:pt x="209" y="0"/>
                </a:lnTo>
                <a:lnTo>
                  <a:pt x="227" y="1"/>
                </a:lnTo>
                <a:lnTo>
                  <a:pt x="244" y="3"/>
                </a:lnTo>
                <a:lnTo>
                  <a:pt x="253" y="4"/>
                </a:lnTo>
                <a:lnTo>
                  <a:pt x="262" y="6"/>
                </a:lnTo>
                <a:lnTo>
                  <a:pt x="271" y="9"/>
                </a:lnTo>
                <a:lnTo>
                  <a:pt x="279" y="11"/>
                </a:lnTo>
                <a:lnTo>
                  <a:pt x="287" y="15"/>
                </a:lnTo>
                <a:lnTo>
                  <a:pt x="295" y="18"/>
                </a:lnTo>
                <a:lnTo>
                  <a:pt x="303" y="22"/>
                </a:lnTo>
                <a:lnTo>
                  <a:pt x="312" y="26"/>
                </a:lnTo>
                <a:lnTo>
                  <a:pt x="320" y="32"/>
                </a:lnTo>
                <a:lnTo>
                  <a:pt x="327" y="37"/>
                </a:lnTo>
                <a:lnTo>
                  <a:pt x="335" y="44"/>
                </a:lnTo>
                <a:lnTo>
                  <a:pt x="343" y="50"/>
                </a:lnTo>
                <a:lnTo>
                  <a:pt x="350" y="58"/>
                </a:lnTo>
                <a:lnTo>
                  <a:pt x="358" y="65"/>
                </a:lnTo>
                <a:lnTo>
                  <a:pt x="364" y="74"/>
                </a:lnTo>
                <a:lnTo>
                  <a:pt x="370" y="83"/>
                </a:lnTo>
                <a:lnTo>
                  <a:pt x="376" y="93"/>
                </a:lnTo>
                <a:lnTo>
                  <a:pt x="382" y="104"/>
                </a:lnTo>
                <a:lnTo>
                  <a:pt x="386" y="115"/>
                </a:lnTo>
                <a:lnTo>
                  <a:pt x="391" y="128"/>
                </a:lnTo>
                <a:lnTo>
                  <a:pt x="394" y="140"/>
                </a:lnTo>
                <a:lnTo>
                  <a:pt x="397" y="155"/>
                </a:lnTo>
                <a:lnTo>
                  <a:pt x="400" y="169"/>
                </a:lnTo>
                <a:lnTo>
                  <a:pt x="402" y="186"/>
                </a:lnTo>
                <a:lnTo>
                  <a:pt x="404" y="203"/>
                </a:lnTo>
                <a:lnTo>
                  <a:pt x="405" y="221"/>
                </a:lnTo>
                <a:lnTo>
                  <a:pt x="406" y="240"/>
                </a:lnTo>
                <a:lnTo>
                  <a:pt x="406" y="261"/>
                </a:lnTo>
                <a:lnTo>
                  <a:pt x="406" y="283"/>
                </a:lnTo>
                <a:lnTo>
                  <a:pt x="116" y="283"/>
                </a:lnTo>
                <a:lnTo>
                  <a:pt x="209" y="80"/>
                </a:lnTo>
                <a:lnTo>
                  <a:pt x="199" y="80"/>
                </a:lnTo>
                <a:lnTo>
                  <a:pt x="189" y="82"/>
                </a:lnTo>
                <a:lnTo>
                  <a:pt x="179" y="85"/>
                </a:lnTo>
                <a:lnTo>
                  <a:pt x="170" y="88"/>
                </a:lnTo>
                <a:lnTo>
                  <a:pt x="162" y="93"/>
                </a:lnTo>
                <a:lnTo>
                  <a:pt x="154" y="99"/>
                </a:lnTo>
                <a:lnTo>
                  <a:pt x="148" y="105"/>
                </a:lnTo>
                <a:lnTo>
                  <a:pt x="141" y="113"/>
                </a:lnTo>
                <a:lnTo>
                  <a:pt x="136" y="122"/>
                </a:lnTo>
                <a:lnTo>
                  <a:pt x="130" y="131"/>
                </a:lnTo>
                <a:lnTo>
                  <a:pt x="127" y="141"/>
                </a:lnTo>
                <a:lnTo>
                  <a:pt x="124" y="152"/>
                </a:lnTo>
                <a:lnTo>
                  <a:pt x="121" y="165"/>
                </a:lnTo>
                <a:lnTo>
                  <a:pt x="119" y="178"/>
                </a:lnTo>
                <a:lnTo>
                  <a:pt x="118" y="191"/>
                </a:lnTo>
                <a:lnTo>
                  <a:pt x="117" y="205"/>
                </a:lnTo>
                <a:lnTo>
                  <a:pt x="297" y="205"/>
                </a:lnTo>
                <a:lnTo>
                  <a:pt x="297" y="191"/>
                </a:lnTo>
                <a:lnTo>
                  <a:pt x="295" y="178"/>
                </a:lnTo>
                <a:lnTo>
                  <a:pt x="294" y="165"/>
                </a:lnTo>
                <a:lnTo>
                  <a:pt x="291" y="152"/>
                </a:lnTo>
                <a:lnTo>
                  <a:pt x="287" y="141"/>
                </a:lnTo>
                <a:lnTo>
                  <a:pt x="283" y="131"/>
                </a:lnTo>
                <a:lnTo>
                  <a:pt x="279" y="122"/>
                </a:lnTo>
                <a:lnTo>
                  <a:pt x="273" y="113"/>
                </a:lnTo>
                <a:lnTo>
                  <a:pt x="267" y="105"/>
                </a:lnTo>
                <a:lnTo>
                  <a:pt x="260" y="99"/>
                </a:lnTo>
                <a:lnTo>
                  <a:pt x="253" y="93"/>
                </a:lnTo>
                <a:lnTo>
                  <a:pt x="245" y="88"/>
                </a:lnTo>
                <a:lnTo>
                  <a:pt x="237" y="85"/>
                </a:lnTo>
                <a:lnTo>
                  <a:pt x="228" y="82"/>
                </a:lnTo>
                <a:lnTo>
                  <a:pt x="219" y="80"/>
                </a:lnTo>
                <a:lnTo>
                  <a:pt x="209" y="80"/>
                </a:lnTo>
                <a:lnTo>
                  <a:pt x="116" y="2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8" name="Freeform 52"/>
          <p:cNvSpPr>
            <a:spLocks/>
          </p:cNvSpPr>
          <p:nvPr/>
        </p:nvSpPr>
        <p:spPr bwMode="auto">
          <a:xfrm>
            <a:off x="4005263" y="3027365"/>
            <a:ext cx="519112" cy="765175"/>
          </a:xfrm>
          <a:custGeom>
            <a:avLst/>
            <a:gdLst>
              <a:gd name="T0" fmla="*/ 2147483647 w 362"/>
              <a:gd name="T1" fmla="*/ 2147483647 h 511"/>
              <a:gd name="T2" fmla="*/ 2147483647 w 362"/>
              <a:gd name="T3" fmla="*/ 2147483647 h 511"/>
              <a:gd name="T4" fmla="*/ 2147483647 w 362"/>
              <a:gd name="T5" fmla="*/ 2147483647 h 511"/>
              <a:gd name="T6" fmla="*/ 2147483647 w 362"/>
              <a:gd name="T7" fmla="*/ 2147483647 h 511"/>
              <a:gd name="T8" fmla="*/ 2147483647 w 362"/>
              <a:gd name="T9" fmla="*/ 2147483647 h 511"/>
              <a:gd name="T10" fmla="*/ 2147483647 w 362"/>
              <a:gd name="T11" fmla="*/ 2147483647 h 511"/>
              <a:gd name="T12" fmla="*/ 2147483647 w 362"/>
              <a:gd name="T13" fmla="*/ 2147483647 h 511"/>
              <a:gd name="T14" fmla="*/ 2147483647 w 362"/>
              <a:gd name="T15" fmla="*/ 2147483647 h 511"/>
              <a:gd name="T16" fmla="*/ 2147483647 w 362"/>
              <a:gd name="T17" fmla="*/ 2147483647 h 511"/>
              <a:gd name="T18" fmla="*/ 2147483647 w 362"/>
              <a:gd name="T19" fmla="*/ 2147483647 h 511"/>
              <a:gd name="T20" fmla="*/ 0 w 362"/>
              <a:gd name="T21" fmla="*/ 2147483647 h 511"/>
              <a:gd name="T22" fmla="*/ 2147483647 w 362"/>
              <a:gd name="T23" fmla="*/ 2147483647 h 511"/>
              <a:gd name="T24" fmla="*/ 2147483647 w 362"/>
              <a:gd name="T25" fmla="*/ 2147483647 h 511"/>
              <a:gd name="T26" fmla="*/ 2147483647 w 362"/>
              <a:gd name="T27" fmla="*/ 2147483647 h 511"/>
              <a:gd name="T28" fmla="*/ 2147483647 w 362"/>
              <a:gd name="T29" fmla="*/ 2147483647 h 511"/>
              <a:gd name="T30" fmla="*/ 2147483647 w 362"/>
              <a:gd name="T31" fmla="*/ 2147483647 h 511"/>
              <a:gd name="T32" fmla="*/ 2147483647 w 362"/>
              <a:gd name="T33" fmla="*/ 2147483647 h 511"/>
              <a:gd name="T34" fmla="*/ 2147483647 w 362"/>
              <a:gd name="T35" fmla="*/ 2147483647 h 511"/>
              <a:gd name="T36" fmla="*/ 2147483647 w 362"/>
              <a:gd name="T37" fmla="*/ 2147483647 h 511"/>
              <a:gd name="T38" fmla="*/ 2147483647 w 362"/>
              <a:gd name="T39" fmla="*/ 2147483647 h 511"/>
              <a:gd name="T40" fmla="*/ 2147483647 w 362"/>
              <a:gd name="T41" fmla="*/ 2147483647 h 511"/>
              <a:gd name="T42" fmla="*/ 2147483647 w 362"/>
              <a:gd name="T43" fmla="*/ 2147483647 h 511"/>
              <a:gd name="T44" fmla="*/ 2147483647 w 362"/>
              <a:gd name="T45" fmla="*/ 2147483647 h 511"/>
              <a:gd name="T46" fmla="*/ 2147483647 w 362"/>
              <a:gd name="T47" fmla="*/ 2147483647 h 511"/>
              <a:gd name="T48" fmla="*/ 2147483647 w 362"/>
              <a:gd name="T49" fmla="*/ 2147483647 h 511"/>
              <a:gd name="T50" fmla="*/ 2147483647 w 362"/>
              <a:gd name="T51" fmla="*/ 2147483647 h 511"/>
              <a:gd name="T52" fmla="*/ 2147483647 w 362"/>
              <a:gd name="T53" fmla="*/ 2147483647 h 511"/>
              <a:gd name="T54" fmla="*/ 2147483647 w 362"/>
              <a:gd name="T55" fmla="*/ 2147483647 h 511"/>
              <a:gd name="T56" fmla="*/ 2147483647 w 362"/>
              <a:gd name="T57" fmla="*/ 2147483647 h 511"/>
              <a:gd name="T58" fmla="*/ 2147483647 w 362"/>
              <a:gd name="T59" fmla="*/ 2147483647 h 511"/>
              <a:gd name="T60" fmla="*/ 2147483647 w 362"/>
              <a:gd name="T61" fmla="*/ 2147483647 h 511"/>
              <a:gd name="T62" fmla="*/ 2147483647 w 362"/>
              <a:gd name="T63" fmla="*/ 2147483647 h 511"/>
              <a:gd name="T64" fmla="*/ 2147483647 w 362"/>
              <a:gd name="T65" fmla="*/ 2147483647 h 511"/>
              <a:gd name="T66" fmla="*/ 2147483647 w 362"/>
              <a:gd name="T67" fmla="*/ 2147483647 h 511"/>
              <a:gd name="T68" fmla="*/ 2147483647 w 362"/>
              <a:gd name="T69" fmla="*/ 2147483647 h 511"/>
              <a:gd name="T70" fmla="*/ 2147483647 w 362"/>
              <a:gd name="T71" fmla="*/ 2147483647 h 511"/>
              <a:gd name="T72" fmla="*/ 2147483647 w 362"/>
              <a:gd name="T73" fmla="*/ 2147483647 h 511"/>
              <a:gd name="T74" fmla="*/ 2147483647 w 362"/>
              <a:gd name="T75" fmla="*/ 2147483647 h 511"/>
              <a:gd name="T76" fmla="*/ 2147483647 w 362"/>
              <a:gd name="T77" fmla="*/ 2147483647 h 511"/>
              <a:gd name="T78" fmla="*/ 2147483647 w 362"/>
              <a:gd name="T79" fmla="*/ 2147483647 h 511"/>
              <a:gd name="T80" fmla="*/ 2147483647 w 362"/>
              <a:gd name="T81" fmla="*/ 2147483647 h 511"/>
              <a:gd name="T82" fmla="*/ 2147483647 w 362"/>
              <a:gd name="T83" fmla="*/ 2147483647 h 511"/>
              <a:gd name="T84" fmla="*/ 2147483647 w 362"/>
              <a:gd name="T85" fmla="*/ 2147483647 h 511"/>
              <a:gd name="T86" fmla="*/ 2147483647 w 362"/>
              <a:gd name="T87" fmla="*/ 2147483647 h 511"/>
              <a:gd name="T88" fmla="*/ 2147483647 w 362"/>
              <a:gd name="T89" fmla="*/ 2147483647 h 511"/>
              <a:gd name="T90" fmla="*/ 2147483647 w 362"/>
              <a:gd name="T91" fmla="*/ 2147483647 h 511"/>
              <a:gd name="T92" fmla="*/ 2147483647 w 362"/>
              <a:gd name="T93" fmla="*/ 2147483647 h 511"/>
              <a:gd name="T94" fmla="*/ 2147483647 w 362"/>
              <a:gd name="T95" fmla="*/ 2147483647 h 511"/>
              <a:gd name="T96" fmla="*/ 2147483647 w 362"/>
              <a:gd name="T97" fmla="*/ 2147483647 h 511"/>
              <a:gd name="T98" fmla="*/ 2147483647 w 362"/>
              <a:gd name="T99" fmla="*/ 2147483647 h 511"/>
              <a:gd name="T100" fmla="*/ 2147483647 w 362"/>
              <a:gd name="T101" fmla="*/ 2147483647 h 511"/>
              <a:gd name="T102" fmla="*/ 2147483647 w 362"/>
              <a:gd name="T103" fmla="*/ 2147483647 h 511"/>
              <a:gd name="T104" fmla="*/ 2147483647 w 362"/>
              <a:gd name="T105" fmla="*/ 2147483647 h 51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362" h="511">
                <a:moveTo>
                  <a:pt x="207" y="511"/>
                </a:moveTo>
                <a:lnTo>
                  <a:pt x="194" y="510"/>
                </a:lnTo>
                <a:lnTo>
                  <a:pt x="182" y="509"/>
                </a:lnTo>
                <a:lnTo>
                  <a:pt x="171" y="508"/>
                </a:lnTo>
                <a:lnTo>
                  <a:pt x="160" y="506"/>
                </a:lnTo>
                <a:lnTo>
                  <a:pt x="149" y="504"/>
                </a:lnTo>
                <a:lnTo>
                  <a:pt x="138" y="501"/>
                </a:lnTo>
                <a:lnTo>
                  <a:pt x="128" y="497"/>
                </a:lnTo>
                <a:lnTo>
                  <a:pt x="118" y="494"/>
                </a:lnTo>
                <a:lnTo>
                  <a:pt x="109" y="489"/>
                </a:lnTo>
                <a:lnTo>
                  <a:pt x="100" y="484"/>
                </a:lnTo>
                <a:lnTo>
                  <a:pt x="91" y="479"/>
                </a:lnTo>
                <a:lnTo>
                  <a:pt x="83" y="473"/>
                </a:lnTo>
                <a:lnTo>
                  <a:pt x="75" y="467"/>
                </a:lnTo>
                <a:lnTo>
                  <a:pt x="68" y="459"/>
                </a:lnTo>
                <a:lnTo>
                  <a:pt x="60" y="452"/>
                </a:lnTo>
                <a:lnTo>
                  <a:pt x="53" y="445"/>
                </a:lnTo>
                <a:lnTo>
                  <a:pt x="47" y="436"/>
                </a:lnTo>
                <a:lnTo>
                  <a:pt x="41" y="427"/>
                </a:lnTo>
                <a:lnTo>
                  <a:pt x="35" y="418"/>
                </a:lnTo>
                <a:lnTo>
                  <a:pt x="30" y="409"/>
                </a:lnTo>
                <a:lnTo>
                  <a:pt x="26" y="399"/>
                </a:lnTo>
                <a:lnTo>
                  <a:pt x="21" y="389"/>
                </a:lnTo>
                <a:lnTo>
                  <a:pt x="18" y="377"/>
                </a:lnTo>
                <a:lnTo>
                  <a:pt x="14" y="366"/>
                </a:lnTo>
                <a:lnTo>
                  <a:pt x="11" y="354"/>
                </a:lnTo>
                <a:lnTo>
                  <a:pt x="8" y="342"/>
                </a:lnTo>
                <a:lnTo>
                  <a:pt x="6" y="330"/>
                </a:lnTo>
                <a:lnTo>
                  <a:pt x="3" y="316"/>
                </a:lnTo>
                <a:lnTo>
                  <a:pt x="2" y="304"/>
                </a:lnTo>
                <a:lnTo>
                  <a:pt x="1" y="290"/>
                </a:lnTo>
                <a:lnTo>
                  <a:pt x="0" y="275"/>
                </a:lnTo>
                <a:lnTo>
                  <a:pt x="0" y="261"/>
                </a:lnTo>
                <a:lnTo>
                  <a:pt x="0" y="245"/>
                </a:lnTo>
                <a:lnTo>
                  <a:pt x="1" y="229"/>
                </a:lnTo>
                <a:lnTo>
                  <a:pt x="3" y="214"/>
                </a:lnTo>
                <a:lnTo>
                  <a:pt x="5" y="200"/>
                </a:lnTo>
                <a:lnTo>
                  <a:pt x="7" y="185"/>
                </a:lnTo>
                <a:lnTo>
                  <a:pt x="11" y="171"/>
                </a:lnTo>
                <a:lnTo>
                  <a:pt x="15" y="159"/>
                </a:lnTo>
                <a:lnTo>
                  <a:pt x="18" y="146"/>
                </a:lnTo>
                <a:lnTo>
                  <a:pt x="23" y="134"/>
                </a:lnTo>
                <a:lnTo>
                  <a:pt x="28" y="123"/>
                </a:lnTo>
                <a:lnTo>
                  <a:pt x="33" y="112"/>
                </a:lnTo>
                <a:lnTo>
                  <a:pt x="39" y="101"/>
                </a:lnTo>
                <a:lnTo>
                  <a:pt x="46" y="91"/>
                </a:lnTo>
                <a:lnTo>
                  <a:pt x="52" y="82"/>
                </a:lnTo>
                <a:lnTo>
                  <a:pt x="59" y="73"/>
                </a:lnTo>
                <a:lnTo>
                  <a:pt x="67" y="65"/>
                </a:lnTo>
                <a:lnTo>
                  <a:pt x="74" y="57"/>
                </a:lnTo>
                <a:lnTo>
                  <a:pt x="82" y="49"/>
                </a:lnTo>
                <a:lnTo>
                  <a:pt x="91" y="42"/>
                </a:lnTo>
                <a:lnTo>
                  <a:pt x="99" y="36"/>
                </a:lnTo>
                <a:lnTo>
                  <a:pt x="108" y="30"/>
                </a:lnTo>
                <a:lnTo>
                  <a:pt x="117" y="25"/>
                </a:lnTo>
                <a:lnTo>
                  <a:pt x="126" y="21"/>
                </a:lnTo>
                <a:lnTo>
                  <a:pt x="135" y="16"/>
                </a:lnTo>
                <a:lnTo>
                  <a:pt x="144" y="13"/>
                </a:lnTo>
                <a:lnTo>
                  <a:pt x="154" y="9"/>
                </a:lnTo>
                <a:lnTo>
                  <a:pt x="164" y="7"/>
                </a:lnTo>
                <a:lnTo>
                  <a:pt x="174" y="4"/>
                </a:lnTo>
                <a:lnTo>
                  <a:pt x="184" y="2"/>
                </a:lnTo>
                <a:lnTo>
                  <a:pt x="194" y="1"/>
                </a:lnTo>
                <a:lnTo>
                  <a:pt x="204" y="1"/>
                </a:lnTo>
                <a:lnTo>
                  <a:pt x="214" y="0"/>
                </a:lnTo>
                <a:lnTo>
                  <a:pt x="234" y="1"/>
                </a:lnTo>
                <a:lnTo>
                  <a:pt x="252" y="3"/>
                </a:lnTo>
                <a:lnTo>
                  <a:pt x="260" y="4"/>
                </a:lnTo>
                <a:lnTo>
                  <a:pt x="269" y="7"/>
                </a:lnTo>
                <a:lnTo>
                  <a:pt x="277" y="9"/>
                </a:lnTo>
                <a:lnTo>
                  <a:pt x="285" y="12"/>
                </a:lnTo>
                <a:lnTo>
                  <a:pt x="293" y="15"/>
                </a:lnTo>
                <a:lnTo>
                  <a:pt x="301" y="19"/>
                </a:lnTo>
                <a:lnTo>
                  <a:pt x="309" y="23"/>
                </a:lnTo>
                <a:lnTo>
                  <a:pt x="317" y="27"/>
                </a:lnTo>
                <a:lnTo>
                  <a:pt x="325" y="33"/>
                </a:lnTo>
                <a:lnTo>
                  <a:pt x="333" y="39"/>
                </a:lnTo>
                <a:lnTo>
                  <a:pt x="340" y="46"/>
                </a:lnTo>
                <a:lnTo>
                  <a:pt x="348" y="53"/>
                </a:lnTo>
                <a:lnTo>
                  <a:pt x="296" y="123"/>
                </a:lnTo>
                <a:lnTo>
                  <a:pt x="285" y="114"/>
                </a:lnTo>
                <a:lnTo>
                  <a:pt x="275" y="106"/>
                </a:lnTo>
                <a:lnTo>
                  <a:pt x="265" y="100"/>
                </a:lnTo>
                <a:lnTo>
                  <a:pt x="255" y="94"/>
                </a:lnTo>
                <a:lnTo>
                  <a:pt x="245" y="91"/>
                </a:lnTo>
                <a:lnTo>
                  <a:pt x="234" y="88"/>
                </a:lnTo>
                <a:lnTo>
                  <a:pt x="225" y="86"/>
                </a:lnTo>
                <a:lnTo>
                  <a:pt x="214" y="86"/>
                </a:lnTo>
                <a:lnTo>
                  <a:pt x="208" y="86"/>
                </a:lnTo>
                <a:lnTo>
                  <a:pt x="202" y="86"/>
                </a:lnTo>
                <a:lnTo>
                  <a:pt x="196" y="88"/>
                </a:lnTo>
                <a:lnTo>
                  <a:pt x="190" y="89"/>
                </a:lnTo>
                <a:lnTo>
                  <a:pt x="184" y="91"/>
                </a:lnTo>
                <a:lnTo>
                  <a:pt x="179" y="93"/>
                </a:lnTo>
                <a:lnTo>
                  <a:pt x="174" y="95"/>
                </a:lnTo>
                <a:lnTo>
                  <a:pt x="169" y="98"/>
                </a:lnTo>
                <a:lnTo>
                  <a:pt x="164" y="101"/>
                </a:lnTo>
                <a:lnTo>
                  <a:pt x="160" y="105"/>
                </a:lnTo>
                <a:lnTo>
                  <a:pt x="155" y="109"/>
                </a:lnTo>
                <a:lnTo>
                  <a:pt x="151" y="114"/>
                </a:lnTo>
                <a:lnTo>
                  <a:pt x="147" y="118"/>
                </a:lnTo>
                <a:lnTo>
                  <a:pt x="144" y="124"/>
                </a:lnTo>
                <a:lnTo>
                  <a:pt x="141" y="129"/>
                </a:lnTo>
                <a:lnTo>
                  <a:pt x="138" y="135"/>
                </a:lnTo>
                <a:lnTo>
                  <a:pt x="132" y="147"/>
                </a:lnTo>
                <a:lnTo>
                  <a:pt x="128" y="160"/>
                </a:lnTo>
                <a:lnTo>
                  <a:pt x="125" y="174"/>
                </a:lnTo>
                <a:lnTo>
                  <a:pt x="122" y="191"/>
                </a:lnTo>
                <a:lnTo>
                  <a:pt x="120" y="208"/>
                </a:lnTo>
                <a:lnTo>
                  <a:pt x="118" y="227"/>
                </a:lnTo>
                <a:lnTo>
                  <a:pt x="117" y="248"/>
                </a:lnTo>
                <a:lnTo>
                  <a:pt x="117" y="270"/>
                </a:lnTo>
                <a:lnTo>
                  <a:pt x="117" y="293"/>
                </a:lnTo>
                <a:lnTo>
                  <a:pt x="119" y="315"/>
                </a:lnTo>
                <a:lnTo>
                  <a:pt x="122" y="334"/>
                </a:lnTo>
                <a:lnTo>
                  <a:pt x="126" y="352"/>
                </a:lnTo>
                <a:lnTo>
                  <a:pt x="127" y="360"/>
                </a:lnTo>
                <a:lnTo>
                  <a:pt x="130" y="367"/>
                </a:lnTo>
                <a:lnTo>
                  <a:pt x="132" y="375"/>
                </a:lnTo>
                <a:lnTo>
                  <a:pt x="135" y="380"/>
                </a:lnTo>
                <a:lnTo>
                  <a:pt x="139" y="386"/>
                </a:lnTo>
                <a:lnTo>
                  <a:pt x="142" y="392"/>
                </a:lnTo>
                <a:lnTo>
                  <a:pt x="146" y="398"/>
                </a:lnTo>
                <a:lnTo>
                  <a:pt x="150" y="402"/>
                </a:lnTo>
                <a:lnTo>
                  <a:pt x="156" y="408"/>
                </a:lnTo>
                <a:lnTo>
                  <a:pt x="163" y="414"/>
                </a:lnTo>
                <a:lnTo>
                  <a:pt x="170" y="418"/>
                </a:lnTo>
                <a:lnTo>
                  <a:pt x="178" y="423"/>
                </a:lnTo>
                <a:lnTo>
                  <a:pt x="187" y="426"/>
                </a:lnTo>
                <a:lnTo>
                  <a:pt x="196" y="428"/>
                </a:lnTo>
                <a:lnTo>
                  <a:pt x="205" y="430"/>
                </a:lnTo>
                <a:lnTo>
                  <a:pt x="214" y="430"/>
                </a:lnTo>
                <a:lnTo>
                  <a:pt x="220" y="430"/>
                </a:lnTo>
                <a:lnTo>
                  <a:pt x="227" y="429"/>
                </a:lnTo>
                <a:lnTo>
                  <a:pt x="233" y="428"/>
                </a:lnTo>
                <a:lnTo>
                  <a:pt x="239" y="427"/>
                </a:lnTo>
                <a:lnTo>
                  <a:pt x="252" y="423"/>
                </a:lnTo>
                <a:lnTo>
                  <a:pt x="264" y="418"/>
                </a:lnTo>
                <a:lnTo>
                  <a:pt x="276" y="411"/>
                </a:lnTo>
                <a:lnTo>
                  <a:pt x="288" y="403"/>
                </a:lnTo>
                <a:lnTo>
                  <a:pt x="300" y="393"/>
                </a:lnTo>
                <a:lnTo>
                  <a:pt x="312" y="382"/>
                </a:lnTo>
                <a:lnTo>
                  <a:pt x="362" y="446"/>
                </a:lnTo>
                <a:lnTo>
                  <a:pt x="354" y="454"/>
                </a:lnTo>
                <a:lnTo>
                  <a:pt x="345" y="462"/>
                </a:lnTo>
                <a:lnTo>
                  <a:pt x="337" y="468"/>
                </a:lnTo>
                <a:lnTo>
                  <a:pt x="328" y="475"/>
                </a:lnTo>
                <a:lnTo>
                  <a:pt x="319" y="481"/>
                </a:lnTo>
                <a:lnTo>
                  <a:pt x="310" y="486"/>
                </a:lnTo>
                <a:lnTo>
                  <a:pt x="301" y="491"/>
                </a:lnTo>
                <a:lnTo>
                  <a:pt x="293" y="495"/>
                </a:lnTo>
                <a:lnTo>
                  <a:pt x="283" y="499"/>
                </a:lnTo>
                <a:lnTo>
                  <a:pt x="272" y="502"/>
                </a:lnTo>
                <a:lnTo>
                  <a:pt x="263" y="505"/>
                </a:lnTo>
                <a:lnTo>
                  <a:pt x="252" y="507"/>
                </a:lnTo>
                <a:lnTo>
                  <a:pt x="241" y="509"/>
                </a:lnTo>
                <a:lnTo>
                  <a:pt x="230" y="509"/>
                </a:lnTo>
                <a:lnTo>
                  <a:pt x="219" y="510"/>
                </a:lnTo>
                <a:lnTo>
                  <a:pt x="207" y="5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59" name="Freeform 53"/>
          <p:cNvSpPr>
            <a:spLocks/>
          </p:cNvSpPr>
          <p:nvPr/>
        </p:nvSpPr>
        <p:spPr bwMode="auto">
          <a:xfrm>
            <a:off x="4633915" y="3028952"/>
            <a:ext cx="574675" cy="768350"/>
          </a:xfrm>
          <a:custGeom>
            <a:avLst/>
            <a:gdLst>
              <a:gd name="T0" fmla="*/ 2147483647 w 401"/>
              <a:gd name="T1" fmla="*/ 2147483647 h 513"/>
              <a:gd name="T2" fmla="*/ 2147483647 w 401"/>
              <a:gd name="T3" fmla="*/ 2147483647 h 513"/>
              <a:gd name="T4" fmla="*/ 2147483647 w 401"/>
              <a:gd name="T5" fmla="*/ 2147483647 h 513"/>
              <a:gd name="T6" fmla="*/ 2147483647 w 401"/>
              <a:gd name="T7" fmla="*/ 2147483647 h 513"/>
              <a:gd name="T8" fmla="*/ 2147483647 w 401"/>
              <a:gd name="T9" fmla="*/ 2147483647 h 513"/>
              <a:gd name="T10" fmla="*/ 2147483647 w 401"/>
              <a:gd name="T11" fmla="*/ 2147483647 h 513"/>
              <a:gd name="T12" fmla="*/ 2147483647 w 401"/>
              <a:gd name="T13" fmla="*/ 2147483647 h 513"/>
              <a:gd name="T14" fmla="*/ 2147483647 w 401"/>
              <a:gd name="T15" fmla="*/ 2147483647 h 513"/>
              <a:gd name="T16" fmla="*/ 2147483647 w 401"/>
              <a:gd name="T17" fmla="*/ 2147483647 h 513"/>
              <a:gd name="T18" fmla="*/ 2147483647 w 401"/>
              <a:gd name="T19" fmla="*/ 2147483647 h 513"/>
              <a:gd name="T20" fmla="*/ 2147483647 w 401"/>
              <a:gd name="T21" fmla="*/ 2147483647 h 513"/>
              <a:gd name="T22" fmla="*/ 2147483647 w 401"/>
              <a:gd name="T23" fmla="*/ 2147483647 h 513"/>
              <a:gd name="T24" fmla="*/ 2147483647 w 401"/>
              <a:gd name="T25" fmla="*/ 2147483647 h 513"/>
              <a:gd name="T26" fmla="*/ 2147483647 w 401"/>
              <a:gd name="T27" fmla="*/ 2147483647 h 513"/>
              <a:gd name="T28" fmla="*/ 2147483647 w 401"/>
              <a:gd name="T29" fmla="*/ 2147483647 h 513"/>
              <a:gd name="T30" fmla="*/ 2147483647 w 401"/>
              <a:gd name="T31" fmla="*/ 2147483647 h 513"/>
              <a:gd name="T32" fmla="*/ 2147483647 w 401"/>
              <a:gd name="T33" fmla="*/ 2147483647 h 513"/>
              <a:gd name="T34" fmla="*/ 2147483647 w 401"/>
              <a:gd name="T35" fmla="*/ 2147483647 h 513"/>
              <a:gd name="T36" fmla="*/ 2147483647 w 401"/>
              <a:gd name="T37" fmla="*/ 2147483647 h 513"/>
              <a:gd name="T38" fmla="*/ 2147483647 w 401"/>
              <a:gd name="T39" fmla="*/ 2147483647 h 513"/>
              <a:gd name="T40" fmla="*/ 2147483647 w 401"/>
              <a:gd name="T41" fmla="*/ 2147483647 h 513"/>
              <a:gd name="T42" fmla="*/ 2147483647 w 401"/>
              <a:gd name="T43" fmla="*/ 2147483647 h 513"/>
              <a:gd name="T44" fmla="*/ 2147483647 w 401"/>
              <a:gd name="T45" fmla="*/ 2147483647 h 513"/>
              <a:gd name="T46" fmla="*/ 0 w 401"/>
              <a:gd name="T47" fmla="*/ 2147483647 h 513"/>
              <a:gd name="T48" fmla="*/ 0 w 401"/>
              <a:gd name="T49" fmla="*/ 2147483647 h 513"/>
              <a:gd name="T50" fmla="*/ 2147483647 w 401"/>
              <a:gd name="T51" fmla="*/ 2147483647 h 513"/>
              <a:gd name="T52" fmla="*/ 2147483647 w 401"/>
              <a:gd name="T53" fmla="*/ 2147483647 h 513"/>
              <a:gd name="T54" fmla="*/ 2147483647 w 401"/>
              <a:gd name="T55" fmla="*/ 2147483647 h 513"/>
              <a:gd name="T56" fmla="*/ 2147483647 w 401"/>
              <a:gd name="T57" fmla="*/ 2147483647 h 513"/>
              <a:gd name="T58" fmla="*/ 2147483647 w 401"/>
              <a:gd name="T59" fmla="*/ 2147483647 h 513"/>
              <a:gd name="T60" fmla="*/ 2147483647 w 401"/>
              <a:gd name="T61" fmla="*/ 2147483647 h 513"/>
              <a:gd name="T62" fmla="*/ 2147483647 w 401"/>
              <a:gd name="T63" fmla="*/ 2147483647 h 513"/>
              <a:gd name="T64" fmla="*/ 2147483647 w 401"/>
              <a:gd name="T65" fmla="*/ 2147483647 h 513"/>
              <a:gd name="T66" fmla="*/ 2147483647 w 401"/>
              <a:gd name="T67" fmla="*/ 2147483647 h 513"/>
              <a:gd name="T68" fmla="*/ 2147483647 w 401"/>
              <a:gd name="T69" fmla="*/ 2147483647 h 513"/>
              <a:gd name="T70" fmla="*/ 2147483647 w 401"/>
              <a:gd name="T71" fmla="*/ 2147483647 h 513"/>
              <a:gd name="T72" fmla="*/ 2147483647 w 401"/>
              <a:gd name="T73" fmla="*/ 2147483647 h 513"/>
              <a:gd name="T74" fmla="*/ 2147483647 w 401"/>
              <a:gd name="T75" fmla="*/ 2147483647 h 513"/>
              <a:gd name="T76" fmla="*/ 2147483647 w 401"/>
              <a:gd name="T77" fmla="*/ 2147483647 h 513"/>
              <a:gd name="T78" fmla="*/ 2147483647 w 401"/>
              <a:gd name="T79" fmla="*/ 2147483647 h 513"/>
              <a:gd name="T80" fmla="*/ 2147483647 w 401"/>
              <a:gd name="T81" fmla="*/ 2147483647 h 513"/>
              <a:gd name="T82" fmla="*/ 2147483647 w 401"/>
              <a:gd name="T83" fmla="*/ 0 h 513"/>
              <a:gd name="T84" fmla="*/ 2147483647 w 401"/>
              <a:gd name="T85" fmla="*/ 2147483647 h 513"/>
              <a:gd name="T86" fmla="*/ 2147483647 w 401"/>
              <a:gd name="T87" fmla="*/ 2147483647 h 513"/>
              <a:gd name="T88" fmla="*/ 2147483647 w 401"/>
              <a:gd name="T89" fmla="*/ 2147483647 h 513"/>
              <a:gd name="T90" fmla="*/ 2147483647 w 401"/>
              <a:gd name="T91" fmla="*/ 2147483647 h 513"/>
              <a:gd name="T92" fmla="*/ 2147483647 w 401"/>
              <a:gd name="T93" fmla="*/ 2147483647 h 513"/>
              <a:gd name="T94" fmla="*/ 2147483647 w 401"/>
              <a:gd name="T95" fmla="*/ 2147483647 h 513"/>
              <a:gd name="T96" fmla="*/ 2147483647 w 401"/>
              <a:gd name="T97" fmla="*/ 2147483647 h 51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01" h="513">
                <a:moveTo>
                  <a:pt x="328" y="513"/>
                </a:moveTo>
                <a:lnTo>
                  <a:pt x="320" y="507"/>
                </a:lnTo>
                <a:lnTo>
                  <a:pt x="314" y="500"/>
                </a:lnTo>
                <a:lnTo>
                  <a:pt x="308" y="494"/>
                </a:lnTo>
                <a:lnTo>
                  <a:pt x="302" y="487"/>
                </a:lnTo>
                <a:lnTo>
                  <a:pt x="297" y="479"/>
                </a:lnTo>
                <a:lnTo>
                  <a:pt x="293" y="471"/>
                </a:lnTo>
                <a:lnTo>
                  <a:pt x="289" y="462"/>
                </a:lnTo>
                <a:lnTo>
                  <a:pt x="286" y="452"/>
                </a:lnTo>
                <a:lnTo>
                  <a:pt x="279" y="459"/>
                </a:lnTo>
                <a:lnTo>
                  <a:pt x="272" y="466"/>
                </a:lnTo>
                <a:lnTo>
                  <a:pt x="264" y="473"/>
                </a:lnTo>
                <a:lnTo>
                  <a:pt x="257" y="479"/>
                </a:lnTo>
                <a:lnTo>
                  <a:pt x="249" y="484"/>
                </a:lnTo>
                <a:lnTo>
                  <a:pt x="241" y="488"/>
                </a:lnTo>
                <a:lnTo>
                  <a:pt x="233" y="493"/>
                </a:lnTo>
                <a:lnTo>
                  <a:pt x="224" y="497"/>
                </a:lnTo>
                <a:lnTo>
                  <a:pt x="215" y="500"/>
                </a:lnTo>
                <a:lnTo>
                  <a:pt x="206" y="503"/>
                </a:lnTo>
                <a:lnTo>
                  <a:pt x="197" y="506"/>
                </a:lnTo>
                <a:lnTo>
                  <a:pt x="188" y="508"/>
                </a:lnTo>
                <a:lnTo>
                  <a:pt x="178" y="510"/>
                </a:lnTo>
                <a:lnTo>
                  <a:pt x="168" y="511"/>
                </a:lnTo>
                <a:lnTo>
                  <a:pt x="158" y="511"/>
                </a:lnTo>
                <a:lnTo>
                  <a:pt x="147" y="511"/>
                </a:lnTo>
                <a:lnTo>
                  <a:pt x="138" y="511"/>
                </a:lnTo>
                <a:lnTo>
                  <a:pt x="128" y="511"/>
                </a:lnTo>
                <a:lnTo>
                  <a:pt x="118" y="510"/>
                </a:lnTo>
                <a:lnTo>
                  <a:pt x="109" y="508"/>
                </a:lnTo>
                <a:lnTo>
                  <a:pt x="100" y="506"/>
                </a:lnTo>
                <a:lnTo>
                  <a:pt x="91" y="504"/>
                </a:lnTo>
                <a:lnTo>
                  <a:pt x="83" y="502"/>
                </a:lnTo>
                <a:lnTo>
                  <a:pt x="76" y="499"/>
                </a:lnTo>
                <a:lnTo>
                  <a:pt x="68" y="495"/>
                </a:lnTo>
                <a:lnTo>
                  <a:pt x="61" y="491"/>
                </a:lnTo>
                <a:lnTo>
                  <a:pt x="54" y="487"/>
                </a:lnTo>
                <a:lnTo>
                  <a:pt x="48" y="483"/>
                </a:lnTo>
                <a:lnTo>
                  <a:pt x="42" y="479"/>
                </a:lnTo>
                <a:lnTo>
                  <a:pt x="36" y="474"/>
                </a:lnTo>
                <a:lnTo>
                  <a:pt x="31" y="469"/>
                </a:lnTo>
                <a:lnTo>
                  <a:pt x="27" y="464"/>
                </a:lnTo>
                <a:lnTo>
                  <a:pt x="20" y="455"/>
                </a:lnTo>
                <a:lnTo>
                  <a:pt x="15" y="444"/>
                </a:lnTo>
                <a:lnTo>
                  <a:pt x="10" y="433"/>
                </a:lnTo>
                <a:lnTo>
                  <a:pt x="6" y="420"/>
                </a:lnTo>
                <a:lnTo>
                  <a:pt x="4" y="406"/>
                </a:lnTo>
                <a:lnTo>
                  <a:pt x="1" y="388"/>
                </a:lnTo>
                <a:lnTo>
                  <a:pt x="0" y="370"/>
                </a:lnTo>
                <a:lnTo>
                  <a:pt x="0" y="348"/>
                </a:lnTo>
                <a:lnTo>
                  <a:pt x="0" y="20"/>
                </a:lnTo>
                <a:lnTo>
                  <a:pt x="103" y="0"/>
                </a:lnTo>
                <a:lnTo>
                  <a:pt x="103" y="325"/>
                </a:lnTo>
                <a:lnTo>
                  <a:pt x="104" y="347"/>
                </a:lnTo>
                <a:lnTo>
                  <a:pt x="106" y="368"/>
                </a:lnTo>
                <a:lnTo>
                  <a:pt x="107" y="376"/>
                </a:lnTo>
                <a:lnTo>
                  <a:pt x="109" y="385"/>
                </a:lnTo>
                <a:lnTo>
                  <a:pt x="112" y="393"/>
                </a:lnTo>
                <a:lnTo>
                  <a:pt x="115" y="400"/>
                </a:lnTo>
                <a:lnTo>
                  <a:pt x="120" y="407"/>
                </a:lnTo>
                <a:lnTo>
                  <a:pt x="124" y="413"/>
                </a:lnTo>
                <a:lnTo>
                  <a:pt x="130" y="418"/>
                </a:lnTo>
                <a:lnTo>
                  <a:pt x="137" y="422"/>
                </a:lnTo>
                <a:lnTo>
                  <a:pt x="145" y="426"/>
                </a:lnTo>
                <a:lnTo>
                  <a:pt x="153" y="428"/>
                </a:lnTo>
                <a:lnTo>
                  <a:pt x="164" y="429"/>
                </a:lnTo>
                <a:lnTo>
                  <a:pt x="174" y="430"/>
                </a:lnTo>
                <a:lnTo>
                  <a:pt x="181" y="429"/>
                </a:lnTo>
                <a:lnTo>
                  <a:pt x="188" y="429"/>
                </a:lnTo>
                <a:lnTo>
                  <a:pt x="195" y="427"/>
                </a:lnTo>
                <a:lnTo>
                  <a:pt x="202" y="425"/>
                </a:lnTo>
                <a:lnTo>
                  <a:pt x="209" y="422"/>
                </a:lnTo>
                <a:lnTo>
                  <a:pt x="216" y="419"/>
                </a:lnTo>
                <a:lnTo>
                  <a:pt x="223" y="415"/>
                </a:lnTo>
                <a:lnTo>
                  <a:pt x="229" y="412"/>
                </a:lnTo>
                <a:lnTo>
                  <a:pt x="235" y="407"/>
                </a:lnTo>
                <a:lnTo>
                  <a:pt x="242" y="402"/>
                </a:lnTo>
                <a:lnTo>
                  <a:pt x="247" y="397"/>
                </a:lnTo>
                <a:lnTo>
                  <a:pt x="253" y="391"/>
                </a:lnTo>
                <a:lnTo>
                  <a:pt x="258" y="385"/>
                </a:lnTo>
                <a:lnTo>
                  <a:pt x="262" y="379"/>
                </a:lnTo>
                <a:lnTo>
                  <a:pt x="266" y="373"/>
                </a:lnTo>
                <a:lnTo>
                  <a:pt x="270" y="367"/>
                </a:lnTo>
                <a:lnTo>
                  <a:pt x="270" y="20"/>
                </a:lnTo>
                <a:lnTo>
                  <a:pt x="372" y="0"/>
                </a:lnTo>
                <a:lnTo>
                  <a:pt x="372" y="365"/>
                </a:lnTo>
                <a:lnTo>
                  <a:pt x="372" y="379"/>
                </a:lnTo>
                <a:lnTo>
                  <a:pt x="372" y="391"/>
                </a:lnTo>
                <a:lnTo>
                  <a:pt x="374" y="402"/>
                </a:lnTo>
                <a:lnTo>
                  <a:pt x="376" y="412"/>
                </a:lnTo>
                <a:lnTo>
                  <a:pt x="378" y="420"/>
                </a:lnTo>
                <a:lnTo>
                  <a:pt x="381" y="429"/>
                </a:lnTo>
                <a:lnTo>
                  <a:pt x="384" y="435"/>
                </a:lnTo>
                <a:lnTo>
                  <a:pt x="386" y="441"/>
                </a:lnTo>
                <a:lnTo>
                  <a:pt x="392" y="451"/>
                </a:lnTo>
                <a:lnTo>
                  <a:pt x="396" y="458"/>
                </a:lnTo>
                <a:lnTo>
                  <a:pt x="400" y="461"/>
                </a:lnTo>
                <a:lnTo>
                  <a:pt x="401" y="463"/>
                </a:lnTo>
                <a:lnTo>
                  <a:pt x="328" y="5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0" name="Freeform 54"/>
          <p:cNvSpPr>
            <a:spLocks/>
          </p:cNvSpPr>
          <p:nvPr/>
        </p:nvSpPr>
        <p:spPr bwMode="auto">
          <a:xfrm>
            <a:off x="5351465" y="2716213"/>
            <a:ext cx="257175" cy="1073150"/>
          </a:xfrm>
          <a:custGeom>
            <a:avLst/>
            <a:gdLst>
              <a:gd name="T0" fmla="*/ 2147483647 w 179"/>
              <a:gd name="T1" fmla="*/ 2147483647 h 717"/>
              <a:gd name="T2" fmla="*/ 2147483647 w 179"/>
              <a:gd name="T3" fmla="*/ 2147483647 h 717"/>
              <a:gd name="T4" fmla="*/ 2147483647 w 179"/>
              <a:gd name="T5" fmla="*/ 2147483647 h 717"/>
              <a:gd name="T6" fmla="*/ 2147483647 w 179"/>
              <a:gd name="T7" fmla="*/ 2147483647 h 717"/>
              <a:gd name="T8" fmla="*/ 2147483647 w 179"/>
              <a:gd name="T9" fmla="*/ 2147483647 h 717"/>
              <a:gd name="T10" fmla="*/ 2147483647 w 179"/>
              <a:gd name="T11" fmla="*/ 2147483647 h 717"/>
              <a:gd name="T12" fmla="*/ 2147483647 w 179"/>
              <a:gd name="T13" fmla="*/ 2147483647 h 717"/>
              <a:gd name="T14" fmla="*/ 2147483647 w 179"/>
              <a:gd name="T15" fmla="*/ 2147483647 h 717"/>
              <a:gd name="T16" fmla="*/ 2147483647 w 179"/>
              <a:gd name="T17" fmla="*/ 2147483647 h 717"/>
              <a:gd name="T18" fmla="*/ 2147483647 w 179"/>
              <a:gd name="T19" fmla="*/ 2147483647 h 717"/>
              <a:gd name="T20" fmla="*/ 2147483647 w 179"/>
              <a:gd name="T21" fmla="*/ 2147483647 h 717"/>
              <a:gd name="T22" fmla="*/ 2147483647 w 179"/>
              <a:gd name="T23" fmla="*/ 2147483647 h 717"/>
              <a:gd name="T24" fmla="*/ 2147483647 w 179"/>
              <a:gd name="T25" fmla="*/ 2147483647 h 717"/>
              <a:gd name="T26" fmla="*/ 2147483647 w 179"/>
              <a:gd name="T27" fmla="*/ 2147483647 h 717"/>
              <a:gd name="T28" fmla="*/ 2147483647 w 179"/>
              <a:gd name="T29" fmla="*/ 2147483647 h 717"/>
              <a:gd name="T30" fmla="*/ 0 w 179"/>
              <a:gd name="T31" fmla="*/ 2147483647 h 717"/>
              <a:gd name="T32" fmla="*/ 2147483647 w 179"/>
              <a:gd name="T33" fmla="*/ 2147483647 h 717"/>
              <a:gd name="T34" fmla="*/ 2147483647 w 179"/>
              <a:gd name="T35" fmla="*/ 2147483647 h 717"/>
              <a:gd name="T36" fmla="*/ 2147483647 w 179"/>
              <a:gd name="T37" fmla="*/ 2147483647 h 717"/>
              <a:gd name="T38" fmla="*/ 2147483647 w 179"/>
              <a:gd name="T39" fmla="*/ 2147483647 h 717"/>
              <a:gd name="T40" fmla="*/ 2147483647 w 179"/>
              <a:gd name="T41" fmla="*/ 2147483647 h 717"/>
              <a:gd name="T42" fmla="*/ 2147483647 w 179"/>
              <a:gd name="T43" fmla="*/ 2147483647 h 717"/>
              <a:gd name="T44" fmla="*/ 2147483647 w 179"/>
              <a:gd name="T45" fmla="*/ 2147483647 h 717"/>
              <a:gd name="T46" fmla="*/ 2147483647 w 179"/>
              <a:gd name="T47" fmla="*/ 2147483647 h 717"/>
              <a:gd name="T48" fmla="*/ 2147483647 w 179"/>
              <a:gd name="T49" fmla="*/ 2147483647 h 717"/>
              <a:gd name="T50" fmla="*/ 2147483647 w 179"/>
              <a:gd name="T51" fmla="*/ 2147483647 h 717"/>
              <a:gd name="T52" fmla="*/ 2147483647 w 179"/>
              <a:gd name="T53" fmla="*/ 2147483647 h 717"/>
              <a:gd name="T54" fmla="*/ 2147483647 w 179"/>
              <a:gd name="T55" fmla="*/ 2147483647 h 717"/>
              <a:gd name="T56" fmla="*/ 2147483647 w 179"/>
              <a:gd name="T57" fmla="*/ 2147483647 h 717"/>
              <a:gd name="T58" fmla="*/ 2147483647 w 179"/>
              <a:gd name="T59" fmla="*/ 2147483647 h 717"/>
              <a:gd name="T60" fmla="*/ 2147483647 w 179"/>
              <a:gd name="T61" fmla="*/ 2147483647 h 717"/>
              <a:gd name="T62" fmla="*/ 2147483647 w 179"/>
              <a:gd name="T63" fmla="*/ 2147483647 h 717"/>
              <a:gd name="T64" fmla="*/ 2147483647 w 179"/>
              <a:gd name="T65" fmla="*/ 2147483647 h 7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79" h="717">
                <a:moveTo>
                  <a:pt x="116" y="717"/>
                </a:moveTo>
                <a:lnTo>
                  <a:pt x="106" y="717"/>
                </a:lnTo>
                <a:lnTo>
                  <a:pt x="97" y="716"/>
                </a:lnTo>
                <a:lnTo>
                  <a:pt x="89" y="714"/>
                </a:lnTo>
                <a:lnTo>
                  <a:pt x="81" y="712"/>
                </a:lnTo>
                <a:lnTo>
                  <a:pt x="73" y="710"/>
                </a:lnTo>
                <a:lnTo>
                  <a:pt x="67" y="708"/>
                </a:lnTo>
                <a:lnTo>
                  <a:pt x="60" y="705"/>
                </a:lnTo>
                <a:lnTo>
                  <a:pt x="55" y="701"/>
                </a:lnTo>
                <a:lnTo>
                  <a:pt x="49" y="697"/>
                </a:lnTo>
                <a:lnTo>
                  <a:pt x="44" y="693"/>
                </a:lnTo>
                <a:lnTo>
                  <a:pt x="40" y="689"/>
                </a:lnTo>
                <a:lnTo>
                  <a:pt x="35" y="684"/>
                </a:lnTo>
                <a:lnTo>
                  <a:pt x="32" y="679"/>
                </a:lnTo>
                <a:lnTo>
                  <a:pt x="29" y="674"/>
                </a:lnTo>
                <a:lnTo>
                  <a:pt x="26" y="669"/>
                </a:lnTo>
                <a:lnTo>
                  <a:pt x="23" y="664"/>
                </a:lnTo>
                <a:lnTo>
                  <a:pt x="18" y="653"/>
                </a:lnTo>
                <a:lnTo>
                  <a:pt x="15" y="641"/>
                </a:lnTo>
                <a:lnTo>
                  <a:pt x="13" y="629"/>
                </a:lnTo>
                <a:lnTo>
                  <a:pt x="11" y="618"/>
                </a:lnTo>
                <a:lnTo>
                  <a:pt x="10" y="597"/>
                </a:lnTo>
                <a:lnTo>
                  <a:pt x="9" y="580"/>
                </a:lnTo>
                <a:lnTo>
                  <a:pt x="9" y="166"/>
                </a:lnTo>
                <a:lnTo>
                  <a:pt x="9" y="142"/>
                </a:lnTo>
                <a:lnTo>
                  <a:pt x="9" y="122"/>
                </a:lnTo>
                <a:lnTo>
                  <a:pt x="9" y="103"/>
                </a:lnTo>
                <a:lnTo>
                  <a:pt x="7" y="85"/>
                </a:lnTo>
                <a:lnTo>
                  <a:pt x="6" y="69"/>
                </a:lnTo>
                <a:lnTo>
                  <a:pt x="4" y="54"/>
                </a:lnTo>
                <a:lnTo>
                  <a:pt x="3" y="39"/>
                </a:lnTo>
                <a:lnTo>
                  <a:pt x="0" y="24"/>
                </a:lnTo>
                <a:lnTo>
                  <a:pt x="108" y="0"/>
                </a:lnTo>
                <a:lnTo>
                  <a:pt x="111" y="12"/>
                </a:lnTo>
                <a:lnTo>
                  <a:pt x="113" y="25"/>
                </a:lnTo>
                <a:lnTo>
                  <a:pt x="114" y="39"/>
                </a:lnTo>
                <a:lnTo>
                  <a:pt x="116" y="54"/>
                </a:lnTo>
                <a:lnTo>
                  <a:pt x="117" y="72"/>
                </a:lnTo>
                <a:lnTo>
                  <a:pt x="117" y="90"/>
                </a:lnTo>
                <a:lnTo>
                  <a:pt x="117" y="111"/>
                </a:lnTo>
                <a:lnTo>
                  <a:pt x="117" y="133"/>
                </a:lnTo>
                <a:lnTo>
                  <a:pt x="117" y="545"/>
                </a:lnTo>
                <a:lnTo>
                  <a:pt x="117" y="567"/>
                </a:lnTo>
                <a:lnTo>
                  <a:pt x="117" y="585"/>
                </a:lnTo>
                <a:lnTo>
                  <a:pt x="118" y="598"/>
                </a:lnTo>
                <a:lnTo>
                  <a:pt x="120" y="609"/>
                </a:lnTo>
                <a:lnTo>
                  <a:pt x="121" y="617"/>
                </a:lnTo>
                <a:lnTo>
                  <a:pt x="123" y="623"/>
                </a:lnTo>
                <a:lnTo>
                  <a:pt x="125" y="628"/>
                </a:lnTo>
                <a:lnTo>
                  <a:pt x="128" y="632"/>
                </a:lnTo>
                <a:lnTo>
                  <a:pt x="130" y="635"/>
                </a:lnTo>
                <a:lnTo>
                  <a:pt x="134" y="638"/>
                </a:lnTo>
                <a:lnTo>
                  <a:pt x="137" y="640"/>
                </a:lnTo>
                <a:lnTo>
                  <a:pt x="143" y="641"/>
                </a:lnTo>
                <a:lnTo>
                  <a:pt x="147" y="642"/>
                </a:lnTo>
                <a:lnTo>
                  <a:pt x="152" y="642"/>
                </a:lnTo>
                <a:lnTo>
                  <a:pt x="158" y="641"/>
                </a:lnTo>
                <a:lnTo>
                  <a:pt x="162" y="640"/>
                </a:lnTo>
                <a:lnTo>
                  <a:pt x="179" y="705"/>
                </a:lnTo>
                <a:lnTo>
                  <a:pt x="172" y="708"/>
                </a:lnTo>
                <a:lnTo>
                  <a:pt x="165" y="710"/>
                </a:lnTo>
                <a:lnTo>
                  <a:pt x="158" y="712"/>
                </a:lnTo>
                <a:lnTo>
                  <a:pt x="149" y="714"/>
                </a:lnTo>
                <a:lnTo>
                  <a:pt x="142" y="715"/>
                </a:lnTo>
                <a:lnTo>
                  <a:pt x="134" y="716"/>
                </a:lnTo>
                <a:lnTo>
                  <a:pt x="125" y="717"/>
                </a:lnTo>
                <a:lnTo>
                  <a:pt x="116" y="7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1" name="Freeform 55"/>
          <p:cNvSpPr>
            <a:spLocks/>
          </p:cNvSpPr>
          <p:nvPr/>
        </p:nvSpPr>
        <p:spPr bwMode="auto">
          <a:xfrm>
            <a:off x="5695952" y="3027363"/>
            <a:ext cx="595313" cy="776287"/>
          </a:xfrm>
          <a:custGeom>
            <a:avLst/>
            <a:gdLst>
              <a:gd name="T0" fmla="*/ 2147483647 w 415"/>
              <a:gd name="T1" fmla="*/ 2147483647 h 518"/>
              <a:gd name="T2" fmla="*/ 2147483647 w 415"/>
              <a:gd name="T3" fmla="*/ 2147483647 h 518"/>
              <a:gd name="T4" fmla="*/ 2147483647 w 415"/>
              <a:gd name="T5" fmla="*/ 2147483647 h 518"/>
              <a:gd name="T6" fmla="*/ 2147483647 w 415"/>
              <a:gd name="T7" fmla="*/ 2147483647 h 518"/>
              <a:gd name="T8" fmla="*/ 2147483647 w 415"/>
              <a:gd name="T9" fmla="*/ 2147483647 h 518"/>
              <a:gd name="T10" fmla="*/ 2147483647 w 415"/>
              <a:gd name="T11" fmla="*/ 2147483647 h 518"/>
              <a:gd name="T12" fmla="*/ 2147483647 w 415"/>
              <a:gd name="T13" fmla="*/ 2147483647 h 518"/>
              <a:gd name="T14" fmla="*/ 2147483647 w 415"/>
              <a:gd name="T15" fmla="*/ 2147483647 h 518"/>
              <a:gd name="T16" fmla="*/ 2147483647 w 415"/>
              <a:gd name="T17" fmla="*/ 2147483647 h 518"/>
              <a:gd name="T18" fmla="*/ 2147483647 w 415"/>
              <a:gd name="T19" fmla="*/ 2147483647 h 518"/>
              <a:gd name="T20" fmla="*/ 2147483647 w 415"/>
              <a:gd name="T21" fmla="*/ 2147483647 h 518"/>
              <a:gd name="T22" fmla="*/ 2147483647 w 415"/>
              <a:gd name="T23" fmla="*/ 2147483647 h 518"/>
              <a:gd name="T24" fmla="*/ 0 w 415"/>
              <a:gd name="T25" fmla="*/ 2147483647 h 518"/>
              <a:gd name="T26" fmla="*/ 2147483647 w 415"/>
              <a:gd name="T27" fmla="*/ 2147483647 h 518"/>
              <a:gd name="T28" fmla="*/ 2147483647 w 415"/>
              <a:gd name="T29" fmla="*/ 2147483647 h 518"/>
              <a:gd name="T30" fmla="*/ 2147483647 w 415"/>
              <a:gd name="T31" fmla="*/ 2147483647 h 518"/>
              <a:gd name="T32" fmla="*/ 2147483647 w 415"/>
              <a:gd name="T33" fmla="*/ 2147483647 h 518"/>
              <a:gd name="T34" fmla="*/ 2147483647 w 415"/>
              <a:gd name="T35" fmla="*/ 2147483647 h 518"/>
              <a:gd name="T36" fmla="*/ 2147483647 w 415"/>
              <a:gd name="T37" fmla="*/ 2147483647 h 518"/>
              <a:gd name="T38" fmla="*/ 2147483647 w 415"/>
              <a:gd name="T39" fmla="*/ 2147483647 h 518"/>
              <a:gd name="T40" fmla="*/ 2147483647 w 415"/>
              <a:gd name="T41" fmla="*/ 2147483647 h 518"/>
              <a:gd name="T42" fmla="*/ 2147483647 w 415"/>
              <a:gd name="T43" fmla="*/ 2147483647 h 518"/>
              <a:gd name="T44" fmla="*/ 2147483647 w 415"/>
              <a:gd name="T45" fmla="*/ 2147483647 h 518"/>
              <a:gd name="T46" fmla="*/ 2147483647 w 415"/>
              <a:gd name="T47" fmla="*/ 2147483647 h 518"/>
              <a:gd name="T48" fmla="*/ 2147483647 w 415"/>
              <a:gd name="T49" fmla="*/ 2147483647 h 518"/>
              <a:gd name="T50" fmla="*/ 2147483647 w 415"/>
              <a:gd name="T51" fmla="*/ 2147483647 h 518"/>
              <a:gd name="T52" fmla="*/ 2147483647 w 415"/>
              <a:gd name="T53" fmla="*/ 2147483647 h 518"/>
              <a:gd name="T54" fmla="*/ 2147483647 w 415"/>
              <a:gd name="T55" fmla="*/ 2147483647 h 518"/>
              <a:gd name="T56" fmla="*/ 2147483647 w 415"/>
              <a:gd name="T57" fmla="*/ 2147483647 h 518"/>
              <a:gd name="T58" fmla="*/ 2147483647 w 415"/>
              <a:gd name="T59" fmla="*/ 2147483647 h 518"/>
              <a:gd name="T60" fmla="*/ 2147483647 w 415"/>
              <a:gd name="T61" fmla="*/ 2147483647 h 518"/>
              <a:gd name="T62" fmla="*/ 2147483647 w 415"/>
              <a:gd name="T63" fmla="*/ 0 h 518"/>
              <a:gd name="T64" fmla="*/ 2147483647 w 415"/>
              <a:gd name="T65" fmla="*/ 2147483647 h 518"/>
              <a:gd name="T66" fmla="*/ 2147483647 w 415"/>
              <a:gd name="T67" fmla="*/ 2147483647 h 518"/>
              <a:gd name="T68" fmla="*/ 2147483647 w 415"/>
              <a:gd name="T69" fmla="*/ 2147483647 h 518"/>
              <a:gd name="T70" fmla="*/ 2147483647 w 415"/>
              <a:gd name="T71" fmla="*/ 2147483647 h 518"/>
              <a:gd name="T72" fmla="*/ 2147483647 w 415"/>
              <a:gd name="T73" fmla="*/ 2147483647 h 518"/>
              <a:gd name="T74" fmla="*/ 2147483647 w 415"/>
              <a:gd name="T75" fmla="*/ 2147483647 h 518"/>
              <a:gd name="T76" fmla="*/ 2147483647 w 415"/>
              <a:gd name="T77" fmla="*/ 2147483647 h 518"/>
              <a:gd name="T78" fmla="*/ 2147483647 w 415"/>
              <a:gd name="T79" fmla="*/ 2147483647 h 518"/>
              <a:gd name="T80" fmla="*/ 2147483647 w 415"/>
              <a:gd name="T81" fmla="*/ 2147483647 h 518"/>
              <a:gd name="T82" fmla="*/ 2147483647 w 415"/>
              <a:gd name="T83" fmla="*/ 2147483647 h 518"/>
              <a:gd name="T84" fmla="*/ 2147483647 w 415"/>
              <a:gd name="T85" fmla="*/ 2147483647 h 518"/>
              <a:gd name="T86" fmla="*/ 2147483647 w 415"/>
              <a:gd name="T87" fmla="*/ 2147483647 h 518"/>
              <a:gd name="T88" fmla="*/ 2147483647 w 415"/>
              <a:gd name="T89" fmla="*/ 2147483647 h 518"/>
              <a:gd name="T90" fmla="*/ 2147483647 w 415"/>
              <a:gd name="T91" fmla="*/ 2147483647 h 518"/>
              <a:gd name="T92" fmla="*/ 2147483647 w 415"/>
              <a:gd name="T93" fmla="*/ 2147483647 h 518"/>
              <a:gd name="T94" fmla="*/ 2147483647 w 415"/>
              <a:gd name="T95" fmla="*/ 2147483647 h 518"/>
              <a:gd name="T96" fmla="*/ 2147483647 w 415"/>
              <a:gd name="T97" fmla="*/ 2147483647 h 518"/>
              <a:gd name="T98" fmla="*/ 2147483647 w 415"/>
              <a:gd name="T99" fmla="*/ 2147483647 h 518"/>
              <a:gd name="T100" fmla="*/ 2147483647 w 415"/>
              <a:gd name="T101" fmla="*/ 2147483647 h 518"/>
              <a:gd name="T102" fmla="*/ 2147483647 w 415"/>
              <a:gd name="T103" fmla="*/ 2147483647 h 518"/>
              <a:gd name="T104" fmla="*/ 2147483647 w 415"/>
              <a:gd name="T105" fmla="*/ 2147483647 h 518"/>
              <a:gd name="T106" fmla="*/ 2147483647 w 415"/>
              <a:gd name="T107" fmla="*/ 2147483647 h 518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15" h="518">
                <a:moveTo>
                  <a:pt x="361" y="518"/>
                </a:moveTo>
                <a:lnTo>
                  <a:pt x="350" y="513"/>
                </a:lnTo>
                <a:lnTo>
                  <a:pt x="339" y="508"/>
                </a:lnTo>
                <a:lnTo>
                  <a:pt x="330" y="500"/>
                </a:lnTo>
                <a:lnTo>
                  <a:pt x="321" y="493"/>
                </a:lnTo>
                <a:lnTo>
                  <a:pt x="312" y="484"/>
                </a:lnTo>
                <a:lnTo>
                  <a:pt x="306" y="474"/>
                </a:lnTo>
                <a:lnTo>
                  <a:pt x="300" y="464"/>
                </a:lnTo>
                <a:lnTo>
                  <a:pt x="295" y="453"/>
                </a:lnTo>
                <a:lnTo>
                  <a:pt x="287" y="461"/>
                </a:lnTo>
                <a:lnTo>
                  <a:pt x="280" y="468"/>
                </a:lnTo>
                <a:lnTo>
                  <a:pt x="272" y="475"/>
                </a:lnTo>
                <a:lnTo>
                  <a:pt x="264" y="481"/>
                </a:lnTo>
                <a:lnTo>
                  <a:pt x="257" y="486"/>
                </a:lnTo>
                <a:lnTo>
                  <a:pt x="248" y="491"/>
                </a:lnTo>
                <a:lnTo>
                  <a:pt x="241" y="496"/>
                </a:lnTo>
                <a:lnTo>
                  <a:pt x="233" y="500"/>
                </a:lnTo>
                <a:lnTo>
                  <a:pt x="225" y="503"/>
                </a:lnTo>
                <a:lnTo>
                  <a:pt x="216" y="506"/>
                </a:lnTo>
                <a:lnTo>
                  <a:pt x="207" y="508"/>
                </a:lnTo>
                <a:lnTo>
                  <a:pt x="198" y="509"/>
                </a:lnTo>
                <a:lnTo>
                  <a:pt x="190" y="511"/>
                </a:lnTo>
                <a:lnTo>
                  <a:pt x="180" y="512"/>
                </a:lnTo>
                <a:lnTo>
                  <a:pt x="171" y="512"/>
                </a:lnTo>
                <a:lnTo>
                  <a:pt x="161" y="512"/>
                </a:lnTo>
                <a:lnTo>
                  <a:pt x="141" y="512"/>
                </a:lnTo>
                <a:lnTo>
                  <a:pt x="122" y="510"/>
                </a:lnTo>
                <a:lnTo>
                  <a:pt x="114" y="508"/>
                </a:lnTo>
                <a:lnTo>
                  <a:pt x="105" y="506"/>
                </a:lnTo>
                <a:lnTo>
                  <a:pt x="96" y="504"/>
                </a:lnTo>
                <a:lnTo>
                  <a:pt x="89" y="502"/>
                </a:lnTo>
                <a:lnTo>
                  <a:pt x="81" y="499"/>
                </a:lnTo>
                <a:lnTo>
                  <a:pt x="74" y="496"/>
                </a:lnTo>
                <a:lnTo>
                  <a:pt x="67" y="492"/>
                </a:lnTo>
                <a:lnTo>
                  <a:pt x="61" y="488"/>
                </a:lnTo>
                <a:lnTo>
                  <a:pt x="55" y="485"/>
                </a:lnTo>
                <a:lnTo>
                  <a:pt x="49" y="480"/>
                </a:lnTo>
                <a:lnTo>
                  <a:pt x="43" y="476"/>
                </a:lnTo>
                <a:lnTo>
                  <a:pt x="39" y="471"/>
                </a:lnTo>
                <a:lnTo>
                  <a:pt x="34" y="466"/>
                </a:lnTo>
                <a:lnTo>
                  <a:pt x="29" y="461"/>
                </a:lnTo>
                <a:lnTo>
                  <a:pt x="26" y="456"/>
                </a:lnTo>
                <a:lnTo>
                  <a:pt x="22" y="450"/>
                </a:lnTo>
                <a:lnTo>
                  <a:pt x="18" y="444"/>
                </a:lnTo>
                <a:lnTo>
                  <a:pt x="15" y="438"/>
                </a:lnTo>
                <a:lnTo>
                  <a:pt x="12" y="432"/>
                </a:lnTo>
                <a:lnTo>
                  <a:pt x="9" y="425"/>
                </a:lnTo>
                <a:lnTo>
                  <a:pt x="5" y="412"/>
                </a:lnTo>
                <a:lnTo>
                  <a:pt x="2" y="397"/>
                </a:lnTo>
                <a:lnTo>
                  <a:pt x="0" y="382"/>
                </a:lnTo>
                <a:lnTo>
                  <a:pt x="0" y="366"/>
                </a:lnTo>
                <a:lnTo>
                  <a:pt x="0" y="357"/>
                </a:lnTo>
                <a:lnTo>
                  <a:pt x="1" y="346"/>
                </a:lnTo>
                <a:lnTo>
                  <a:pt x="2" y="337"/>
                </a:lnTo>
                <a:lnTo>
                  <a:pt x="4" y="327"/>
                </a:lnTo>
                <a:lnTo>
                  <a:pt x="6" y="318"/>
                </a:lnTo>
                <a:lnTo>
                  <a:pt x="8" y="310"/>
                </a:lnTo>
                <a:lnTo>
                  <a:pt x="12" y="301"/>
                </a:lnTo>
                <a:lnTo>
                  <a:pt x="15" y="293"/>
                </a:lnTo>
                <a:lnTo>
                  <a:pt x="20" y="285"/>
                </a:lnTo>
                <a:lnTo>
                  <a:pt x="24" y="278"/>
                </a:lnTo>
                <a:lnTo>
                  <a:pt x="29" y="271"/>
                </a:lnTo>
                <a:lnTo>
                  <a:pt x="35" y="264"/>
                </a:lnTo>
                <a:lnTo>
                  <a:pt x="40" y="258"/>
                </a:lnTo>
                <a:lnTo>
                  <a:pt x="47" y="252"/>
                </a:lnTo>
                <a:lnTo>
                  <a:pt x="54" y="246"/>
                </a:lnTo>
                <a:lnTo>
                  <a:pt x="61" y="240"/>
                </a:lnTo>
                <a:lnTo>
                  <a:pt x="70" y="235"/>
                </a:lnTo>
                <a:lnTo>
                  <a:pt x="78" y="230"/>
                </a:lnTo>
                <a:lnTo>
                  <a:pt x="87" y="226"/>
                </a:lnTo>
                <a:lnTo>
                  <a:pt x="96" y="222"/>
                </a:lnTo>
                <a:lnTo>
                  <a:pt x="105" y="218"/>
                </a:lnTo>
                <a:lnTo>
                  <a:pt x="115" y="214"/>
                </a:lnTo>
                <a:lnTo>
                  <a:pt x="125" y="211"/>
                </a:lnTo>
                <a:lnTo>
                  <a:pt x="137" y="208"/>
                </a:lnTo>
                <a:lnTo>
                  <a:pt x="148" y="206"/>
                </a:lnTo>
                <a:lnTo>
                  <a:pt x="160" y="204"/>
                </a:lnTo>
                <a:lnTo>
                  <a:pt x="172" y="202"/>
                </a:lnTo>
                <a:lnTo>
                  <a:pt x="185" y="200"/>
                </a:lnTo>
                <a:lnTo>
                  <a:pt x="211" y="199"/>
                </a:lnTo>
                <a:lnTo>
                  <a:pt x="239" y="198"/>
                </a:lnTo>
                <a:lnTo>
                  <a:pt x="272" y="198"/>
                </a:lnTo>
                <a:lnTo>
                  <a:pt x="272" y="172"/>
                </a:lnTo>
                <a:lnTo>
                  <a:pt x="272" y="162"/>
                </a:lnTo>
                <a:lnTo>
                  <a:pt x="272" y="153"/>
                </a:lnTo>
                <a:lnTo>
                  <a:pt x="271" y="144"/>
                </a:lnTo>
                <a:lnTo>
                  <a:pt x="270" y="135"/>
                </a:lnTo>
                <a:lnTo>
                  <a:pt x="269" y="127"/>
                </a:lnTo>
                <a:lnTo>
                  <a:pt x="266" y="121"/>
                </a:lnTo>
                <a:lnTo>
                  <a:pt x="264" y="114"/>
                </a:lnTo>
                <a:lnTo>
                  <a:pt x="260" y="109"/>
                </a:lnTo>
                <a:lnTo>
                  <a:pt x="257" y="103"/>
                </a:lnTo>
                <a:lnTo>
                  <a:pt x="252" y="99"/>
                </a:lnTo>
                <a:lnTo>
                  <a:pt x="246" y="95"/>
                </a:lnTo>
                <a:lnTo>
                  <a:pt x="240" y="92"/>
                </a:lnTo>
                <a:lnTo>
                  <a:pt x="233" y="90"/>
                </a:lnTo>
                <a:lnTo>
                  <a:pt x="225" y="88"/>
                </a:lnTo>
                <a:lnTo>
                  <a:pt x="216" y="87"/>
                </a:lnTo>
                <a:lnTo>
                  <a:pt x="205" y="86"/>
                </a:lnTo>
                <a:lnTo>
                  <a:pt x="192" y="87"/>
                </a:lnTo>
                <a:lnTo>
                  <a:pt x="179" y="89"/>
                </a:lnTo>
                <a:lnTo>
                  <a:pt x="166" y="92"/>
                </a:lnTo>
                <a:lnTo>
                  <a:pt x="153" y="95"/>
                </a:lnTo>
                <a:lnTo>
                  <a:pt x="140" y="100"/>
                </a:lnTo>
                <a:lnTo>
                  <a:pt x="128" y="104"/>
                </a:lnTo>
                <a:lnTo>
                  <a:pt x="117" y="109"/>
                </a:lnTo>
                <a:lnTo>
                  <a:pt x="107" y="115"/>
                </a:lnTo>
                <a:lnTo>
                  <a:pt x="87" y="124"/>
                </a:lnTo>
                <a:lnTo>
                  <a:pt x="73" y="133"/>
                </a:lnTo>
                <a:lnTo>
                  <a:pt x="64" y="140"/>
                </a:lnTo>
                <a:lnTo>
                  <a:pt x="61" y="142"/>
                </a:lnTo>
                <a:lnTo>
                  <a:pt x="13" y="66"/>
                </a:lnTo>
                <a:lnTo>
                  <a:pt x="27" y="58"/>
                </a:lnTo>
                <a:lnTo>
                  <a:pt x="40" y="51"/>
                </a:lnTo>
                <a:lnTo>
                  <a:pt x="53" y="43"/>
                </a:lnTo>
                <a:lnTo>
                  <a:pt x="66" y="36"/>
                </a:lnTo>
                <a:lnTo>
                  <a:pt x="78" y="30"/>
                </a:lnTo>
                <a:lnTo>
                  <a:pt x="91" y="25"/>
                </a:lnTo>
                <a:lnTo>
                  <a:pt x="104" y="21"/>
                </a:lnTo>
                <a:lnTo>
                  <a:pt x="116" y="16"/>
                </a:lnTo>
                <a:lnTo>
                  <a:pt x="129" y="13"/>
                </a:lnTo>
                <a:lnTo>
                  <a:pt x="142" y="9"/>
                </a:lnTo>
                <a:lnTo>
                  <a:pt x="155" y="7"/>
                </a:lnTo>
                <a:lnTo>
                  <a:pt x="167" y="4"/>
                </a:lnTo>
                <a:lnTo>
                  <a:pt x="180" y="2"/>
                </a:lnTo>
                <a:lnTo>
                  <a:pt x="193" y="1"/>
                </a:lnTo>
                <a:lnTo>
                  <a:pt x="206" y="1"/>
                </a:lnTo>
                <a:lnTo>
                  <a:pt x="219" y="0"/>
                </a:lnTo>
                <a:lnTo>
                  <a:pt x="233" y="1"/>
                </a:lnTo>
                <a:lnTo>
                  <a:pt x="247" y="1"/>
                </a:lnTo>
                <a:lnTo>
                  <a:pt x="260" y="3"/>
                </a:lnTo>
                <a:lnTo>
                  <a:pt x="271" y="5"/>
                </a:lnTo>
                <a:lnTo>
                  <a:pt x="283" y="8"/>
                </a:lnTo>
                <a:lnTo>
                  <a:pt x="294" y="12"/>
                </a:lnTo>
                <a:lnTo>
                  <a:pt x="304" y="16"/>
                </a:lnTo>
                <a:lnTo>
                  <a:pt x="314" y="21"/>
                </a:lnTo>
                <a:lnTo>
                  <a:pt x="323" y="26"/>
                </a:lnTo>
                <a:lnTo>
                  <a:pt x="331" y="32"/>
                </a:lnTo>
                <a:lnTo>
                  <a:pt x="339" y="39"/>
                </a:lnTo>
                <a:lnTo>
                  <a:pt x="346" y="46"/>
                </a:lnTo>
                <a:lnTo>
                  <a:pt x="353" y="54"/>
                </a:lnTo>
                <a:lnTo>
                  <a:pt x="358" y="62"/>
                </a:lnTo>
                <a:lnTo>
                  <a:pt x="363" y="71"/>
                </a:lnTo>
                <a:lnTo>
                  <a:pt x="368" y="81"/>
                </a:lnTo>
                <a:lnTo>
                  <a:pt x="371" y="89"/>
                </a:lnTo>
                <a:lnTo>
                  <a:pt x="372" y="98"/>
                </a:lnTo>
                <a:lnTo>
                  <a:pt x="374" y="109"/>
                </a:lnTo>
                <a:lnTo>
                  <a:pt x="375" y="121"/>
                </a:lnTo>
                <a:lnTo>
                  <a:pt x="375" y="136"/>
                </a:lnTo>
                <a:lnTo>
                  <a:pt x="376" y="154"/>
                </a:lnTo>
                <a:lnTo>
                  <a:pt x="376" y="175"/>
                </a:lnTo>
                <a:lnTo>
                  <a:pt x="375" y="200"/>
                </a:lnTo>
                <a:lnTo>
                  <a:pt x="374" y="339"/>
                </a:lnTo>
                <a:lnTo>
                  <a:pt x="374" y="361"/>
                </a:lnTo>
                <a:lnTo>
                  <a:pt x="374" y="380"/>
                </a:lnTo>
                <a:lnTo>
                  <a:pt x="375" y="389"/>
                </a:lnTo>
                <a:lnTo>
                  <a:pt x="377" y="396"/>
                </a:lnTo>
                <a:lnTo>
                  <a:pt x="378" y="404"/>
                </a:lnTo>
                <a:lnTo>
                  <a:pt x="380" y="410"/>
                </a:lnTo>
                <a:lnTo>
                  <a:pt x="383" y="415"/>
                </a:lnTo>
                <a:lnTo>
                  <a:pt x="385" y="421"/>
                </a:lnTo>
                <a:lnTo>
                  <a:pt x="389" y="427"/>
                </a:lnTo>
                <a:lnTo>
                  <a:pt x="393" y="432"/>
                </a:lnTo>
                <a:lnTo>
                  <a:pt x="397" y="437"/>
                </a:lnTo>
                <a:lnTo>
                  <a:pt x="403" y="442"/>
                </a:lnTo>
                <a:lnTo>
                  <a:pt x="409" y="446"/>
                </a:lnTo>
                <a:lnTo>
                  <a:pt x="415" y="451"/>
                </a:lnTo>
                <a:lnTo>
                  <a:pt x="361" y="518"/>
                </a:lnTo>
                <a:lnTo>
                  <a:pt x="251" y="269"/>
                </a:lnTo>
                <a:lnTo>
                  <a:pt x="233" y="270"/>
                </a:lnTo>
                <a:lnTo>
                  <a:pt x="215" y="270"/>
                </a:lnTo>
                <a:lnTo>
                  <a:pt x="199" y="272"/>
                </a:lnTo>
                <a:lnTo>
                  <a:pt x="185" y="275"/>
                </a:lnTo>
                <a:lnTo>
                  <a:pt x="172" y="278"/>
                </a:lnTo>
                <a:lnTo>
                  <a:pt x="161" y="281"/>
                </a:lnTo>
                <a:lnTo>
                  <a:pt x="152" y="287"/>
                </a:lnTo>
                <a:lnTo>
                  <a:pt x="143" y="292"/>
                </a:lnTo>
                <a:lnTo>
                  <a:pt x="136" y="298"/>
                </a:lnTo>
                <a:lnTo>
                  <a:pt x="130" y="305"/>
                </a:lnTo>
                <a:lnTo>
                  <a:pt x="125" y="313"/>
                </a:lnTo>
                <a:lnTo>
                  <a:pt x="121" y="321"/>
                </a:lnTo>
                <a:lnTo>
                  <a:pt x="118" y="330"/>
                </a:lnTo>
                <a:lnTo>
                  <a:pt x="116" y="340"/>
                </a:lnTo>
                <a:lnTo>
                  <a:pt x="114" y="350"/>
                </a:lnTo>
                <a:lnTo>
                  <a:pt x="114" y="361"/>
                </a:lnTo>
                <a:lnTo>
                  <a:pt x="114" y="369"/>
                </a:lnTo>
                <a:lnTo>
                  <a:pt x="115" y="377"/>
                </a:lnTo>
                <a:lnTo>
                  <a:pt x="116" y="385"/>
                </a:lnTo>
                <a:lnTo>
                  <a:pt x="119" y="392"/>
                </a:lnTo>
                <a:lnTo>
                  <a:pt x="121" y="398"/>
                </a:lnTo>
                <a:lnTo>
                  <a:pt x="124" y="405"/>
                </a:lnTo>
                <a:lnTo>
                  <a:pt x="128" y="410"/>
                </a:lnTo>
                <a:lnTo>
                  <a:pt x="132" y="415"/>
                </a:lnTo>
                <a:lnTo>
                  <a:pt x="137" y="420"/>
                </a:lnTo>
                <a:lnTo>
                  <a:pt x="141" y="424"/>
                </a:lnTo>
                <a:lnTo>
                  <a:pt x="147" y="427"/>
                </a:lnTo>
                <a:lnTo>
                  <a:pt x="153" y="430"/>
                </a:lnTo>
                <a:lnTo>
                  <a:pt x="160" y="433"/>
                </a:lnTo>
                <a:lnTo>
                  <a:pt x="166" y="434"/>
                </a:lnTo>
                <a:lnTo>
                  <a:pt x="174" y="436"/>
                </a:lnTo>
                <a:lnTo>
                  <a:pt x="181" y="436"/>
                </a:lnTo>
                <a:lnTo>
                  <a:pt x="187" y="436"/>
                </a:lnTo>
                <a:lnTo>
                  <a:pt x="194" y="435"/>
                </a:lnTo>
                <a:lnTo>
                  <a:pt x="200" y="433"/>
                </a:lnTo>
                <a:lnTo>
                  <a:pt x="206" y="432"/>
                </a:lnTo>
                <a:lnTo>
                  <a:pt x="212" y="430"/>
                </a:lnTo>
                <a:lnTo>
                  <a:pt x="218" y="427"/>
                </a:lnTo>
                <a:lnTo>
                  <a:pt x="224" y="425"/>
                </a:lnTo>
                <a:lnTo>
                  <a:pt x="230" y="422"/>
                </a:lnTo>
                <a:lnTo>
                  <a:pt x="240" y="415"/>
                </a:lnTo>
                <a:lnTo>
                  <a:pt x="251" y="406"/>
                </a:lnTo>
                <a:lnTo>
                  <a:pt x="260" y="396"/>
                </a:lnTo>
                <a:lnTo>
                  <a:pt x="269" y="385"/>
                </a:lnTo>
                <a:lnTo>
                  <a:pt x="271" y="270"/>
                </a:lnTo>
                <a:lnTo>
                  <a:pt x="264" y="270"/>
                </a:lnTo>
                <a:lnTo>
                  <a:pt x="251" y="269"/>
                </a:lnTo>
                <a:lnTo>
                  <a:pt x="361" y="5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2" name="Freeform 56"/>
          <p:cNvSpPr>
            <a:spLocks/>
          </p:cNvSpPr>
          <p:nvPr/>
        </p:nvSpPr>
        <p:spPr bwMode="auto">
          <a:xfrm>
            <a:off x="6407151" y="3025777"/>
            <a:ext cx="395288" cy="747713"/>
          </a:xfrm>
          <a:custGeom>
            <a:avLst/>
            <a:gdLst>
              <a:gd name="T0" fmla="*/ 2147483647 w 276"/>
              <a:gd name="T1" fmla="*/ 2147483647 h 499"/>
              <a:gd name="T2" fmla="*/ 2147483647 w 276"/>
              <a:gd name="T3" fmla="*/ 2147483647 h 499"/>
              <a:gd name="T4" fmla="*/ 2147483647 w 276"/>
              <a:gd name="T5" fmla="*/ 2147483647 h 499"/>
              <a:gd name="T6" fmla="*/ 2147483647 w 276"/>
              <a:gd name="T7" fmla="*/ 2147483647 h 499"/>
              <a:gd name="T8" fmla="*/ 2147483647 w 276"/>
              <a:gd name="T9" fmla="*/ 2147483647 h 499"/>
              <a:gd name="T10" fmla="*/ 2147483647 w 276"/>
              <a:gd name="T11" fmla="*/ 2147483647 h 499"/>
              <a:gd name="T12" fmla="*/ 2147483647 w 276"/>
              <a:gd name="T13" fmla="*/ 2147483647 h 499"/>
              <a:gd name="T14" fmla="*/ 2147483647 w 276"/>
              <a:gd name="T15" fmla="*/ 2147483647 h 499"/>
              <a:gd name="T16" fmla="*/ 2147483647 w 276"/>
              <a:gd name="T17" fmla="*/ 2147483647 h 499"/>
              <a:gd name="T18" fmla="*/ 2147483647 w 276"/>
              <a:gd name="T19" fmla="*/ 2147483647 h 499"/>
              <a:gd name="T20" fmla="*/ 2147483647 w 276"/>
              <a:gd name="T21" fmla="*/ 2147483647 h 499"/>
              <a:gd name="T22" fmla="*/ 2147483647 w 276"/>
              <a:gd name="T23" fmla="*/ 2147483647 h 499"/>
              <a:gd name="T24" fmla="*/ 2147483647 w 276"/>
              <a:gd name="T25" fmla="*/ 2147483647 h 499"/>
              <a:gd name="T26" fmla="*/ 2147483647 w 276"/>
              <a:gd name="T27" fmla="*/ 2147483647 h 499"/>
              <a:gd name="T28" fmla="*/ 2147483647 w 276"/>
              <a:gd name="T29" fmla="*/ 2147483647 h 499"/>
              <a:gd name="T30" fmla="*/ 2147483647 w 276"/>
              <a:gd name="T31" fmla="*/ 2147483647 h 499"/>
              <a:gd name="T32" fmla="*/ 2147483647 w 276"/>
              <a:gd name="T33" fmla="*/ 2147483647 h 499"/>
              <a:gd name="T34" fmla="*/ 2147483647 w 276"/>
              <a:gd name="T35" fmla="*/ 2147483647 h 499"/>
              <a:gd name="T36" fmla="*/ 2147483647 w 276"/>
              <a:gd name="T37" fmla="*/ 2147483647 h 499"/>
              <a:gd name="T38" fmla="*/ 2147483647 w 276"/>
              <a:gd name="T39" fmla="*/ 2147483647 h 499"/>
              <a:gd name="T40" fmla="*/ 2147483647 w 276"/>
              <a:gd name="T41" fmla="*/ 2147483647 h 499"/>
              <a:gd name="T42" fmla="*/ 2147483647 w 276"/>
              <a:gd name="T43" fmla="*/ 2147483647 h 499"/>
              <a:gd name="T44" fmla="*/ 2147483647 w 276"/>
              <a:gd name="T45" fmla="*/ 2147483647 h 499"/>
              <a:gd name="T46" fmla="*/ 2147483647 w 276"/>
              <a:gd name="T47" fmla="*/ 2147483647 h 499"/>
              <a:gd name="T48" fmla="*/ 2147483647 w 276"/>
              <a:gd name="T49" fmla="*/ 2147483647 h 499"/>
              <a:gd name="T50" fmla="*/ 2147483647 w 276"/>
              <a:gd name="T51" fmla="*/ 2147483647 h 499"/>
              <a:gd name="T52" fmla="*/ 2147483647 w 276"/>
              <a:gd name="T53" fmla="*/ 2147483647 h 499"/>
              <a:gd name="T54" fmla="*/ 2147483647 w 276"/>
              <a:gd name="T55" fmla="*/ 2147483647 h 499"/>
              <a:gd name="T56" fmla="*/ 2147483647 w 276"/>
              <a:gd name="T57" fmla="*/ 2147483647 h 499"/>
              <a:gd name="T58" fmla="*/ 2147483647 w 276"/>
              <a:gd name="T59" fmla="*/ 2147483647 h 499"/>
              <a:gd name="T60" fmla="*/ 2147483647 w 276"/>
              <a:gd name="T61" fmla="*/ 2147483647 h 499"/>
              <a:gd name="T62" fmla="*/ 0 w 276"/>
              <a:gd name="T63" fmla="*/ 2147483647 h 499"/>
              <a:gd name="T64" fmla="*/ 2147483647 w 276"/>
              <a:gd name="T65" fmla="*/ 2147483647 h 499"/>
              <a:gd name="T66" fmla="*/ 2147483647 w 276"/>
              <a:gd name="T67" fmla="*/ 2147483647 h 499"/>
              <a:gd name="T68" fmla="*/ 2147483647 w 276"/>
              <a:gd name="T69" fmla="*/ 2147483647 h 499"/>
              <a:gd name="T70" fmla="*/ 2147483647 w 276"/>
              <a:gd name="T71" fmla="*/ 2147483647 h 499"/>
              <a:gd name="T72" fmla="*/ 2147483647 w 276"/>
              <a:gd name="T73" fmla="*/ 2147483647 h 499"/>
              <a:gd name="T74" fmla="*/ 2147483647 w 276"/>
              <a:gd name="T75" fmla="*/ 2147483647 h 499"/>
              <a:gd name="T76" fmla="*/ 2147483647 w 276"/>
              <a:gd name="T77" fmla="*/ 2147483647 h 499"/>
              <a:gd name="T78" fmla="*/ 2147483647 w 276"/>
              <a:gd name="T79" fmla="*/ 2147483647 h 499"/>
              <a:gd name="T80" fmla="*/ 2147483647 w 276"/>
              <a:gd name="T81" fmla="*/ 2147483647 h 499"/>
              <a:gd name="T82" fmla="*/ 2147483647 w 276"/>
              <a:gd name="T83" fmla="*/ 2147483647 h 499"/>
              <a:gd name="T84" fmla="*/ 2147483647 w 276"/>
              <a:gd name="T85" fmla="*/ 2147483647 h 499"/>
              <a:gd name="T86" fmla="*/ 2147483647 w 276"/>
              <a:gd name="T87" fmla="*/ 2147483647 h 499"/>
              <a:gd name="T88" fmla="*/ 2147483647 w 276"/>
              <a:gd name="T89" fmla="*/ 2147483647 h 499"/>
              <a:gd name="T90" fmla="*/ 2147483647 w 276"/>
              <a:gd name="T91" fmla="*/ 2147483647 h 499"/>
              <a:gd name="T92" fmla="*/ 2147483647 w 276"/>
              <a:gd name="T93" fmla="*/ 2147483647 h 499"/>
              <a:gd name="T94" fmla="*/ 2147483647 w 276"/>
              <a:gd name="T95" fmla="*/ 2147483647 h 499"/>
              <a:gd name="T96" fmla="*/ 2147483647 w 276"/>
              <a:gd name="T97" fmla="*/ 2147483647 h 499"/>
              <a:gd name="T98" fmla="*/ 2147483647 w 276"/>
              <a:gd name="T99" fmla="*/ 2147483647 h 499"/>
              <a:gd name="T100" fmla="*/ 2147483647 w 276"/>
              <a:gd name="T101" fmla="*/ 2147483647 h 499"/>
              <a:gd name="T102" fmla="*/ 2147483647 w 276"/>
              <a:gd name="T103" fmla="*/ 2147483647 h 499"/>
              <a:gd name="T104" fmla="*/ 2147483647 w 276"/>
              <a:gd name="T105" fmla="*/ 2147483647 h 499"/>
              <a:gd name="T106" fmla="*/ 2147483647 w 276"/>
              <a:gd name="T107" fmla="*/ 2147483647 h 499"/>
              <a:gd name="T108" fmla="*/ 2147483647 w 276"/>
              <a:gd name="T109" fmla="*/ 2147483647 h 499"/>
              <a:gd name="T110" fmla="*/ 2147483647 w 276"/>
              <a:gd name="T111" fmla="*/ 2147483647 h 499"/>
              <a:gd name="T112" fmla="*/ 2147483647 w 276"/>
              <a:gd name="T113" fmla="*/ 0 h 499"/>
              <a:gd name="T114" fmla="*/ 2147483647 w 276"/>
              <a:gd name="T115" fmla="*/ 2147483647 h 499"/>
              <a:gd name="T116" fmla="*/ 2147483647 w 276"/>
              <a:gd name="T117" fmla="*/ 2147483647 h 499"/>
              <a:gd name="T118" fmla="*/ 2147483647 w 276"/>
              <a:gd name="T119" fmla="*/ 2147483647 h 499"/>
              <a:gd name="T120" fmla="*/ 2147483647 w 276"/>
              <a:gd name="T121" fmla="*/ 2147483647 h 499"/>
              <a:gd name="T122" fmla="*/ 2147483647 w 276"/>
              <a:gd name="T123" fmla="*/ 2147483647 h 49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76" h="499">
                <a:moveTo>
                  <a:pt x="244" y="106"/>
                </a:moveTo>
                <a:lnTo>
                  <a:pt x="237" y="103"/>
                </a:lnTo>
                <a:lnTo>
                  <a:pt x="229" y="101"/>
                </a:lnTo>
                <a:lnTo>
                  <a:pt x="222" y="100"/>
                </a:lnTo>
                <a:lnTo>
                  <a:pt x="214" y="99"/>
                </a:lnTo>
                <a:lnTo>
                  <a:pt x="206" y="99"/>
                </a:lnTo>
                <a:lnTo>
                  <a:pt x="198" y="101"/>
                </a:lnTo>
                <a:lnTo>
                  <a:pt x="190" y="102"/>
                </a:lnTo>
                <a:lnTo>
                  <a:pt x="182" y="105"/>
                </a:lnTo>
                <a:lnTo>
                  <a:pt x="176" y="108"/>
                </a:lnTo>
                <a:lnTo>
                  <a:pt x="168" y="111"/>
                </a:lnTo>
                <a:lnTo>
                  <a:pt x="161" y="116"/>
                </a:lnTo>
                <a:lnTo>
                  <a:pt x="156" y="120"/>
                </a:lnTo>
                <a:lnTo>
                  <a:pt x="150" y="125"/>
                </a:lnTo>
                <a:lnTo>
                  <a:pt x="144" y="131"/>
                </a:lnTo>
                <a:lnTo>
                  <a:pt x="139" y="137"/>
                </a:lnTo>
                <a:lnTo>
                  <a:pt x="135" y="143"/>
                </a:lnTo>
                <a:lnTo>
                  <a:pt x="131" y="150"/>
                </a:lnTo>
                <a:lnTo>
                  <a:pt x="128" y="157"/>
                </a:lnTo>
                <a:lnTo>
                  <a:pt x="125" y="164"/>
                </a:lnTo>
                <a:lnTo>
                  <a:pt x="123" y="171"/>
                </a:lnTo>
                <a:lnTo>
                  <a:pt x="123" y="499"/>
                </a:lnTo>
                <a:lnTo>
                  <a:pt x="18" y="499"/>
                </a:lnTo>
                <a:lnTo>
                  <a:pt x="18" y="157"/>
                </a:lnTo>
                <a:lnTo>
                  <a:pt x="17" y="135"/>
                </a:lnTo>
                <a:lnTo>
                  <a:pt x="16" y="115"/>
                </a:lnTo>
                <a:lnTo>
                  <a:pt x="15" y="96"/>
                </a:lnTo>
                <a:lnTo>
                  <a:pt x="12" y="80"/>
                </a:lnTo>
                <a:lnTo>
                  <a:pt x="10" y="64"/>
                </a:lnTo>
                <a:lnTo>
                  <a:pt x="7" y="51"/>
                </a:lnTo>
                <a:lnTo>
                  <a:pt x="4" y="38"/>
                </a:lnTo>
                <a:lnTo>
                  <a:pt x="0" y="26"/>
                </a:lnTo>
                <a:lnTo>
                  <a:pt x="97" y="1"/>
                </a:lnTo>
                <a:lnTo>
                  <a:pt x="101" y="10"/>
                </a:lnTo>
                <a:lnTo>
                  <a:pt x="105" y="19"/>
                </a:lnTo>
                <a:lnTo>
                  <a:pt x="108" y="28"/>
                </a:lnTo>
                <a:lnTo>
                  <a:pt x="111" y="38"/>
                </a:lnTo>
                <a:lnTo>
                  <a:pt x="112" y="48"/>
                </a:lnTo>
                <a:lnTo>
                  <a:pt x="114" y="58"/>
                </a:lnTo>
                <a:lnTo>
                  <a:pt x="115" y="68"/>
                </a:lnTo>
                <a:lnTo>
                  <a:pt x="115" y="78"/>
                </a:lnTo>
                <a:lnTo>
                  <a:pt x="123" y="69"/>
                </a:lnTo>
                <a:lnTo>
                  <a:pt x="129" y="60"/>
                </a:lnTo>
                <a:lnTo>
                  <a:pt x="137" y="52"/>
                </a:lnTo>
                <a:lnTo>
                  <a:pt x="144" y="43"/>
                </a:lnTo>
                <a:lnTo>
                  <a:pt x="152" y="37"/>
                </a:lnTo>
                <a:lnTo>
                  <a:pt x="159" y="30"/>
                </a:lnTo>
                <a:lnTo>
                  <a:pt x="167" y="25"/>
                </a:lnTo>
                <a:lnTo>
                  <a:pt x="174" y="20"/>
                </a:lnTo>
                <a:lnTo>
                  <a:pt x="182" y="15"/>
                </a:lnTo>
                <a:lnTo>
                  <a:pt x="189" y="11"/>
                </a:lnTo>
                <a:lnTo>
                  <a:pt x="197" y="8"/>
                </a:lnTo>
                <a:lnTo>
                  <a:pt x="205" y="5"/>
                </a:lnTo>
                <a:lnTo>
                  <a:pt x="214" y="3"/>
                </a:lnTo>
                <a:lnTo>
                  <a:pt x="222" y="2"/>
                </a:lnTo>
                <a:lnTo>
                  <a:pt x="230" y="1"/>
                </a:lnTo>
                <a:lnTo>
                  <a:pt x="239" y="0"/>
                </a:lnTo>
                <a:lnTo>
                  <a:pt x="249" y="1"/>
                </a:lnTo>
                <a:lnTo>
                  <a:pt x="259" y="2"/>
                </a:lnTo>
                <a:lnTo>
                  <a:pt x="267" y="5"/>
                </a:lnTo>
                <a:lnTo>
                  <a:pt x="276" y="8"/>
                </a:lnTo>
                <a:lnTo>
                  <a:pt x="244" y="1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3" name="Freeform 57"/>
          <p:cNvSpPr>
            <a:spLocks/>
          </p:cNvSpPr>
          <p:nvPr/>
        </p:nvSpPr>
        <p:spPr bwMode="auto">
          <a:xfrm>
            <a:off x="7172325" y="2779713"/>
            <a:ext cx="957263" cy="993775"/>
          </a:xfrm>
          <a:custGeom>
            <a:avLst/>
            <a:gdLst>
              <a:gd name="T0" fmla="*/ 2147483647 w 668"/>
              <a:gd name="T1" fmla="*/ 2147483647 h 663"/>
              <a:gd name="T2" fmla="*/ 2147483647 w 668"/>
              <a:gd name="T3" fmla="*/ 2147483647 h 663"/>
              <a:gd name="T4" fmla="*/ 2147483647 w 668"/>
              <a:gd name="T5" fmla="*/ 2147483647 h 663"/>
              <a:gd name="T6" fmla="*/ 2147483647 w 668"/>
              <a:gd name="T7" fmla="*/ 2147483647 h 663"/>
              <a:gd name="T8" fmla="*/ 2147483647 w 668"/>
              <a:gd name="T9" fmla="*/ 2147483647 h 663"/>
              <a:gd name="T10" fmla="*/ 2147483647 w 668"/>
              <a:gd name="T11" fmla="*/ 2147483647 h 663"/>
              <a:gd name="T12" fmla="*/ 2147483647 w 668"/>
              <a:gd name="T13" fmla="*/ 2147483647 h 663"/>
              <a:gd name="T14" fmla="*/ 2147483647 w 668"/>
              <a:gd name="T15" fmla="*/ 2147483647 h 663"/>
              <a:gd name="T16" fmla="*/ 2147483647 w 668"/>
              <a:gd name="T17" fmla="*/ 2147483647 h 663"/>
              <a:gd name="T18" fmla="*/ 2147483647 w 668"/>
              <a:gd name="T19" fmla="*/ 2147483647 h 663"/>
              <a:gd name="T20" fmla="*/ 2147483647 w 668"/>
              <a:gd name="T21" fmla="*/ 2147483647 h 663"/>
              <a:gd name="T22" fmla="*/ 2147483647 w 668"/>
              <a:gd name="T23" fmla="*/ 2147483647 h 663"/>
              <a:gd name="T24" fmla="*/ 2147483647 w 668"/>
              <a:gd name="T25" fmla="*/ 2147483647 h 663"/>
              <a:gd name="T26" fmla="*/ 2147483647 w 668"/>
              <a:gd name="T27" fmla="*/ 2147483647 h 663"/>
              <a:gd name="T28" fmla="*/ 2147483647 w 668"/>
              <a:gd name="T29" fmla="*/ 2147483647 h 663"/>
              <a:gd name="T30" fmla="*/ 2147483647 w 668"/>
              <a:gd name="T31" fmla="*/ 2147483647 h 663"/>
              <a:gd name="T32" fmla="*/ 2147483647 w 668"/>
              <a:gd name="T33" fmla="*/ 2147483647 h 663"/>
              <a:gd name="T34" fmla="*/ 2147483647 w 668"/>
              <a:gd name="T35" fmla="*/ 2147483647 h 663"/>
              <a:gd name="T36" fmla="*/ 2147483647 w 668"/>
              <a:gd name="T37" fmla="*/ 2147483647 h 663"/>
              <a:gd name="T38" fmla="*/ 2147483647 w 668"/>
              <a:gd name="T39" fmla="*/ 2147483647 h 663"/>
              <a:gd name="T40" fmla="*/ 2147483647 w 668"/>
              <a:gd name="T41" fmla="*/ 2147483647 h 663"/>
              <a:gd name="T42" fmla="*/ 2147483647 w 668"/>
              <a:gd name="T43" fmla="*/ 2147483647 h 663"/>
              <a:gd name="T44" fmla="*/ 2147483647 w 668"/>
              <a:gd name="T45" fmla="*/ 2147483647 h 663"/>
              <a:gd name="T46" fmla="*/ 2147483647 w 668"/>
              <a:gd name="T47" fmla="*/ 2147483647 h 663"/>
              <a:gd name="T48" fmla="*/ 2147483647 w 668"/>
              <a:gd name="T49" fmla="*/ 2147483647 h 663"/>
              <a:gd name="T50" fmla="*/ 2147483647 w 668"/>
              <a:gd name="T51" fmla="*/ 2147483647 h 663"/>
              <a:gd name="T52" fmla="*/ 2147483647 w 668"/>
              <a:gd name="T53" fmla="*/ 2147483647 h 663"/>
              <a:gd name="T54" fmla="*/ 2147483647 w 668"/>
              <a:gd name="T55" fmla="*/ 2147483647 h 663"/>
              <a:gd name="T56" fmla="*/ 2147483647 w 668"/>
              <a:gd name="T57" fmla="*/ 2147483647 h 663"/>
              <a:gd name="T58" fmla="*/ 2147483647 w 668"/>
              <a:gd name="T59" fmla="*/ 2147483647 h 663"/>
              <a:gd name="T60" fmla="*/ 2147483647 w 668"/>
              <a:gd name="T61" fmla="*/ 2147483647 h 663"/>
              <a:gd name="T62" fmla="*/ 2147483647 w 668"/>
              <a:gd name="T63" fmla="*/ 2147483647 h 663"/>
              <a:gd name="T64" fmla="*/ 2147483647 w 668"/>
              <a:gd name="T65" fmla="*/ 2147483647 h 663"/>
              <a:gd name="T66" fmla="*/ 2147483647 w 668"/>
              <a:gd name="T67" fmla="*/ 2147483647 h 663"/>
              <a:gd name="T68" fmla="*/ 0 w 668"/>
              <a:gd name="T69" fmla="*/ 2147483647 h 663"/>
              <a:gd name="T70" fmla="*/ 2147483647 w 668"/>
              <a:gd name="T71" fmla="*/ 0 h 663"/>
              <a:gd name="T72" fmla="*/ 2147483647 w 668"/>
              <a:gd name="T73" fmla="*/ 0 h 663"/>
              <a:gd name="T74" fmla="*/ 2147483647 w 668"/>
              <a:gd name="T75" fmla="*/ 2147483647 h 663"/>
              <a:gd name="T76" fmla="*/ 2147483647 w 668"/>
              <a:gd name="T77" fmla="*/ 2147483647 h 663"/>
              <a:gd name="T78" fmla="*/ 2147483647 w 668"/>
              <a:gd name="T79" fmla="*/ 2147483647 h 663"/>
              <a:gd name="T80" fmla="*/ 2147483647 w 668"/>
              <a:gd name="T81" fmla="*/ 2147483647 h 663"/>
              <a:gd name="T82" fmla="*/ 2147483647 w 668"/>
              <a:gd name="T83" fmla="*/ 2147483647 h 663"/>
              <a:gd name="T84" fmla="*/ 2147483647 w 668"/>
              <a:gd name="T85" fmla="*/ 2147483647 h 663"/>
              <a:gd name="T86" fmla="*/ 2147483647 w 668"/>
              <a:gd name="T87" fmla="*/ 2147483647 h 663"/>
              <a:gd name="T88" fmla="*/ 2147483647 w 668"/>
              <a:gd name="T89" fmla="*/ 2147483647 h 663"/>
              <a:gd name="T90" fmla="*/ 2147483647 w 668"/>
              <a:gd name="T91" fmla="*/ 2147483647 h 663"/>
              <a:gd name="T92" fmla="*/ 2147483647 w 668"/>
              <a:gd name="T93" fmla="*/ 0 h 663"/>
              <a:gd name="T94" fmla="*/ 2147483647 w 668"/>
              <a:gd name="T95" fmla="*/ 0 h 663"/>
              <a:gd name="T96" fmla="*/ 2147483647 w 668"/>
              <a:gd name="T97" fmla="*/ 2147483647 h 663"/>
              <a:gd name="T98" fmla="*/ 2147483647 w 668"/>
              <a:gd name="T99" fmla="*/ 2147483647 h 663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668" h="663">
                <a:moveTo>
                  <a:pt x="560" y="663"/>
                </a:moveTo>
                <a:lnTo>
                  <a:pt x="528" y="251"/>
                </a:lnTo>
                <a:lnTo>
                  <a:pt x="528" y="236"/>
                </a:lnTo>
                <a:lnTo>
                  <a:pt x="527" y="219"/>
                </a:lnTo>
                <a:lnTo>
                  <a:pt x="526" y="203"/>
                </a:lnTo>
                <a:lnTo>
                  <a:pt x="525" y="187"/>
                </a:lnTo>
                <a:lnTo>
                  <a:pt x="525" y="172"/>
                </a:lnTo>
                <a:lnTo>
                  <a:pt x="524" y="160"/>
                </a:lnTo>
                <a:lnTo>
                  <a:pt x="524" y="149"/>
                </a:lnTo>
                <a:lnTo>
                  <a:pt x="524" y="140"/>
                </a:lnTo>
                <a:lnTo>
                  <a:pt x="519" y="159"/>
                </a:lnTo>
                <a:lnTo>
                  <a:pt x="513" y="184"/>
                </a:lnTo>
                <a:lnTo>
                  <a:pt x="507" y="212"/>
                </a:lnTo>
                <a:lnTo>
                  <a:pt x="498" y="243"/>
                </a:lnTo>
                <a:lnTo>
                  <a:pt x="377" y="663"/>
                </a:lnTo>
                <a:lnTo>
                  <a:pt x="283" y="663"/>
                </a:lnTo>
                <a:lnTo>
                  <a:pt x="172" y="261"/>
                </a:lnTo>
                <a:lnTo>
                  <a:pt x="168" y="244"/>
                </a:lnTo>
                <a:lnTo>
                  <a:pt x="163" y="227"/>
                </a:lnTo>
                <a:lnTo>
                  <a:pt x="159" y="209"/>
                </a:lnTo>
                <a:lnTo>
                  <a:pt x="155" y="192"/>
                </a:lnTo>
                <a:lnTo>
                  <a:pt x="151" y="175"/>
                </a:lnTo>
                <a:lnTo>
                  <a:pt x="148" y="160"/>
                </a:lnTo>
                <a:lnTo>
                  <a:pt x="145" y="149"/>
                </a:lnTo>
                <a:lnTo>
                  <a:pt x="144" y="138"/>
                </a:lnTo>
                <a:lnTo>
                  <a:pt x="144" y="149"/>
                </a:lnTo>
                <a:lnTo>
                  <a:pt x="143" y="161"/>
                </a:lnTo>
                <a:lnTo>
                  <a:pt x="142" y="176"/>
                </a:lnTo>
                <a:lnTo>
                  <a:pt x="142" y="193"/>
                </a:lnTo>
                <a:lnTo>
                  <a:pt x="140" y="210"/>
                </a:lnTo>
                <a:lnTo>
                  <a:pt x="139" y="228"/>
                </a:lnTo>
                <a:lnTo>
                  <a:pt x="138" y="246"/>
                </a:lnTo>
                <a:lnTo>
                  <a:pt x="137" y="262"/>
                </a:lnTo>
                <a:lnTo>
                  <a:pt x="108" y="663"/>
                </a:lnTo>
                <a:lnTo>
                  <a:pt x="0" y="663"/>
                </a:lnTo>
                <a:lnTo>
                  <a:pt x="60" y="0"/>
                </a:lnTo>
                <a:lnTo>
                  <a:pt x="207" y="0"/>
                </a:lnTo>
                <a:lnTo>
                  <a:pt x="309" y="376"/>
                </a:lnTo>
                <a:lnTo>
                  <a:pt x="319" y="413"/>
                </a:lnTo>
                <a:lnTo>
                  <a:pt x="326" y="443"/>
                </a:lnTo>
                <a:lnTo>
                  <a:pt x="330" y="468"/>
                </a:lnTo>
                <a:lnTo>
                  <a:pt x="334" y="486"/>
                </a:lnTo>
                <a:lnTo>
                  <a:pt x="337" y="467"/>
                </a:lnTo>
                <a:lnTo>
                  <a:pt x="342" y="441"/>
                </a:lnTo>
                <a:lnTo>
                  <a:pt x="350" y="411"/>
                </a:lnTo>
                <a:lnTo>
                  <a:pt x="358" y="377"/>
                </a:lnTo>
                <a:lnTo>
                  <a:pt x="463" y="0"/>
                </a:lnTo>
                <a:lnTo>
                  <a:pt x="610" y="0"/>
                </a:lnTo>
                <a:lnTo>
                  <a:pt x="668" y="663"/>
                </a:lnTo>
                <a:lnTo>
                  <a:pt x="560" y="6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4" name="Freeform 58"/>
          <p:cNvSpPr>
            <a:spLocks/>
          </p:cNvSpPr>
          <p:nvPr/>
        </p:nvSpPr>
        <p:spPr bwMode="auto">
          <a:xfrm>
            <a:off x="8261350" y="3028952"/>
            <a:ext cx="581025" cy="763588"/>
          </a:xfrm>
          <a:custGeom>
            <a:avLst/>
            <a:gdLst>
              <a:gd name="T0" fmla="*/ 2147483647 w 406"/>
              <a:gd name="T1" fmla="*/ 2147483647 h 510"/>
              <a:gd name="T2" fmla="*/ 2147483647 w 406"/>
              <a:gd name="T3" fmla="*/ 2147483647 h 510"/>
              <a:gd name="T4" fmla="*/ 2147483647 w 406"/>
              <a:gd name="T5" fmla="*/ 2147483647 h 510"/>
              <a:gd name="T6" fmla="*/ 2147483647 w 406"/>
              <a:gd name="T7" fmla="*/ 2147483647 h 510"/>
              <a:gd name="T8" fmla="*/ 2147483647 w 406"/>
              <a:gd name="T9" fmla="*/ 2147483647 h 510"/>
              <a:gd name="T10" fmla="*/ 2147483647 w 406"/>
              <a:gd name="T11" fmla="*/ 2147483647 h 510"/>
              <a:gd name="T12" fmla="*/ 2147483647 w 406"/>
              <a:gd name="T13" fmla="*/ 2147483647 h 510"/>
              <a:gd name="T14" fmla="*/ 2147483647 w 406"/>
              <a:gd name="T15" fmla="*/ 2147483647 h 510"/>
              <a:gd name="T16" fmla="*/ 2147483647 w 406"/>
              <a:gd name="T17" fmla="*/ 2147483647 h 510"/>
              <a:gd name="T18" fmla="*/ 2147483647 w 406"/>
              <a:gd name="T19" fmla="*/ 2147483647 h 510"/>
              <a:gd name="T20" fmla="*/ 2147483647 w 406"/>
              <a:gd name="T21" fmla="*/ 2147483647 h 510"/>
              <a:gd name="T22" fmla="*/ 2147483647 w 406"/>
              <a:gd name="T23" fmla="*/ 2147483647 h 510"/>
              <a:gd name="T24" fmla="*/ 2147483647 w 406"/>
              <a:gd name="T25" fmla="*/ 2147483647 h 510"/>
              <a:gd name="T26" fmla="*/ 2147483647 w 406"/>
              <a:gd name="T27" fmla="*/ 2147483647 h 510"/>
              <a:gd name="T28" fmla="*/ 2147483647 w 406"/>
              <a:gd name="T29" fmla="*/ 2147483647 h 510"/>
              <a:gd name="T30" fmla="*/ 2147483647 w 406"/>
              <a:gd name="T31" fmla="*/ 2147483647 h 510"/>
              <a:gd name="T32" fmla="*/ 2147483647 w 406"/>
              <a:gd name="T33" fmla="*/ 2147483647 h 510"/>
              <a:gd name="T34" fmla="*/ 2147483647 w 406"/>
              <a:gd name="T35" fmla="*/ 2147483647 h 510"/>
              <a:gd name="T36" fmla="*/ 2147483647 w 406"/>
              <a:gd name="T37" fmla="*/ 2147483647 h 510"/>
              <a:gd name="T38" fmla="*/ 2147483647 w 406"/>
              <a:gd name="T39" fmla="*/ 2147483647 h 510"/>
              <a:gd name="T40" fmla="*/ 2147483647 w 406"/>
              <a:gd name="T41" fmla="*/ 2147483647 h 510"/>
              <a:gd name="T42" fmla="*/ 2147483647 w 406"/>
              <a:gd name="T43" fmla="*/ 2147483647 h 510"/>
              <a:gd name="T44" fmla="*/ 2147483647 w 406"/>
              <a:gd name="T45" fmla="*/ 2147483647 h 510"/>
              <a:gd name="T46" fmla="*/ 2147483647 w 406"/>
              <a:gd name="T47" fmla="*/ 2147483647 h 510"/>
              <a:gd name="T48" fmla="*/ 2147483647 w 406"/>
              <a:gd name="T49" fmla="*/ 2147483647 h 510"/>
              <a:gd name="T50" fmla="*/ 2147483647 w 406"/>
              <a:gd name="T51" fmla="*/ 2147483647 h 510"/>
              <a:gd name="T52" fmla="*/ 2147483647 w 406"/>
              <a:gd name="T53" fmla="*/ 2147483647 h 510"/>
              <a:gd name="T54" fmla="*/ 0 w 406"/>
              <a:gd name="T55" fmla="*/ 2147483647 h 510"/>
              <a:gd name="T56" fmla="*/ 2147483647 w 406"/>
              <a:gd name="T57" fmla="*/ 2147483647 h 510"/>
              <a:gd name="T58" fmla="*/ 2147483647 w 406"/>
              <a:gd name="T59" fmla="*/ 2147483647 h 510"/>
              <a:gd name="T60" fmla="*/ 2147483647 w 406"/>
              <a:gd name="T61" fmla="*/ 2147483647 h 510"/>
              <a:gd name="T62" fmla="*/ 2147483647 w 406"/>
              <a:gd name="T63" fmla="*/ 2147483647 h 510"/>
              <a:gd name="T64" fmla="*/ 2147483647 w 406"/>
              <a:gd name="T65" fmla="*/ 2147483647 h 510"/>
              <a:gd name="T66" fmla="*/ 2147483647 w 406"/>
              <a:gd name="T67" fmla="*/ 2147483647 h 510"/>
              <a:gd name="T68" fmla="*/ 2147483647 w 406"/>
              <a:gd name="T69" fmla="*/ 2147483647 h 510"/>
              <a:gd name="T70" fmla="*/ 2147483647 w 406"/>
              <a:gd name="T71" fmla="*/ 2147483647 h 510"/>
              <a:gd name="T72" fmla="*/ 2147483647 w 406"/>
              <a:gd name="T73" fmla="*/ 2147483647 h 510"/>
              <a:gd name="T74" fmla="*/ 2147483647 w 406"/>
              <a:gd name="T75" fmla="*/ 2147483647 h 510"/>
              <a:gd name="T76" fmla="*/ 2147483647 w 406"/>
              <a:gd name="T77" fmla="*/ 0 h 510"/>
              <a:gd name="T78" fmla="*/ 2147483647 w 406"/>
              <a:gd name="T79" fmla="*/ 2147483647 h 510"/>
              <a:gd name="T80" fmla="*/ 2147483647 w 406"/>
              <a:gd name="T81" fmla="*/ 2147483647 h 510"/>
              <a:gd name="T82" fmla="*/ 2147483647 w 406"/>
              <a:gd name="T83" fmla="*/ 2147483647 h 510"/>
              <a:gd name="T84" fmla="*/ 2147483647 w 406"/>
              <a:gd name="T85" fmla="*/ 2147483647 h 510"/>
              <a:gd name="T86" fmla="*/ 2147483647 w 406"/>
              <a:gd name="T87" fmla="*/ 2147483647 h 510"/>
              <a:gd name="T88" fmla="*/ 2147483647 w 406"/>
              <a:gd name="T89" fmla="*/ 2147483647 h 510"/>
              <a:gd name="T90" fmla="*/ 2147483647 w 406"/>
              <a:gd name="T91" fmla="*/ 2147483647 h 510"/>
              <a:gd name="T92" fmla="*/ 2147483647 w 406"/>
              <a:gd name="T93" fmla="*/ 2147483647 h 510"/>
              <a:gd name="T94" fmla="*/ 2147483647 w 406"/>
              <a:gd name="T95" fmla="*/ 2147483647 h 510"/>
              <a:gd name="T96" fmla="*/ 2147483647 w 406"/>
              <a:gd name="T97" fmla="*/ 2147483647 h 510"/>
              <a:gd name="T98" fmla="*/ 2147483647 w 406"/>
              <a:gd name="T99" fmla="*/ 2147483647 h 510"/>
              <a:gd name="T100" fmla="*/ 2147483647 w 406"/>
              <a:gd name="T101" fmla="*/ 2147483647 h 510"/>
              <a:gd name="T102" fmla="*/ 2147483647 w 406"/>
              <a:gd name="T103" fmla="*/ 2147483647 h 510"/>
              <a:gd name="T104" fmla="*/ 2147483647 w 406"/>
              <a:gd name="T105" fmla="*/ 2147483647 h 510"/>
              <a:gd name="T106" fmla="*/ 2147483647 w 406"/>
              <a:gd name="T107" fmla="*/ 2147483647 h 510"/>
              <a:gd name="T108" fmla="*/ 2147483647 w 406"/>
              <a:gd name="T109" fmla="*/ 2147483647 h 510"/>
              <a:gd name="T110" fmla="*/ 2147483647 w 406"/>
              <a:gd name="T111" fmla="*/ 2147483647 h 510"/>
              <a:gd name="T112" fmla="*/ 2147483647 w 406"/>
              <a:gd name="T113" fmla="*/ 2147483647 h 510"/>
              <a:gd name="T114" fmla="*/ 2147483647 w 406"/>
              <a:gd name="T115" fmla="*/ 2147483647 h 510"/>
              <a:gd name="T116" fmla="*/ 2147483647 w 406"/>
              <a:gd name="T117" fmla="*/ 2147483647 h 510"/>
              <a:gd name="T118" fmla="*/ 2147483647 w 406"/>
              <a:gd name="T119" fmla="*/ 2147483647 h 510"/>
              <a:gd name="T120" fmla="*/ 2147483647 w 406"/>
              <a:gd name="T121" fmla="*/ 2147483647 h 510"/>
              <a:gd name="T122" fmla="*/ 2147483647 w 406"/>
              <a:gd name="T123" fmla="*/ 2147483647 h 510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06" h="510">
                <a:moveTo>
                  <a:pt x="116" y="283"/>
                </a:moveTo>
                <a:lnTo>
                  <a:pt x="116" y="291"/>
                </a:lnTo>
                <a:lnTo>
                  <a:pt x="117" y="304"/>
                </a:lnTo>
                <a:lnTo>
                  <a:pt x="117" y="316"/>
                </a:lnTo>
                <a:lnTo>
                  <a:pt x="119" y="329"/>
                </a:lnTo>
                <a:lnTo>
                  <a:pt x="122" y="341"/>
                </a:lnTo>
                <a:lnTo>
                  <a:pt x="125" y="353"/>
                </a:lnTo>
                <a:lnTo>
                  <a:pt x="129" y="364"/>
                </a:lnTo>
                <a:lnTo>
                  <a:pt x="134" y="375"/>
                </a:lnTo>
                <a:lnTo>
                  <a:pt x="140" y="385"/>
                </a:lnTo>
                <a:lnTo>
                  <a:pt x="148" y="394"/>
                </a:lnTo>
                <a:lnTo>
                  <a:pt x="156" y="403"/>
                </a:lnTo>
                <a:lnTo>
                  <a:pt x="161" y="407"/>
                </a:lnTo>
                <a:lnTo>
                  <a:pt x="167" y="411"/>
                </a:lnTo>
                <a:lnTo>
                  <a:pt x="172" y="414"/>
                </a:lnTo>
                <a:lnTo>
                  <a:pt x="177" y="417"/>
                </a:lnTo>
                <a:lnTo>
                  <a:pt x="184" y="420"/>
                </a:lnTo>
                <a:lnTo>
                  <a:pt x="190" y="422"/>
                </a:lnTo>
                <a:lnTo>
                  <a:pt x="196" y="424"/>
                </a:lnTo>
                <a:lnTo>
                  <a:pt x="204" y="426"/>
                </a:lnTo>
                <a:lnTo>
                  <a:pt x="211" y="427"/>
                </a:lnTo>
                <a:lnTo>
                  <a:pt x="219" y="428"/>
                </a:lnTo>
                <a:lnTo>
                  <a:pt x="228" y="429"/>
                </a:lnTo>
                <a:lnTo>
                  <a:pt x="236" y="429"/>
                </a:lnTo>
                <a:lnTo>
                  <a:pt x="245" y="429"/>
                </a:lnTo>
                <a:lnTo>
                  <a:pt x="253" y="428"/>
                </a:lnTo>
                <a:lnTo>
                  <a:pt x="261" y="427"/>
                </a:lnTo>
                <a:lnTo>
                  <a:pt x="269" y="426"/>
                </a:lnTo>
                <a:lnTo>
                  <a:pt x="277" y="424"/>
                </a:lnTo>
                <a:lnTo>
                  <a:pt x="284" y="422"/>
                </a:lnTo>
                <a:lnTo>
                  <a:pt x="292" y="420"/>
                </a:lnTo>
                <a:lnTo>
                  <a:pt x="300" y="417"/>
                </a:lnTo>
                <a:lnTo>
                  <a:pt x="315" y="410"/>
                </a:lnTo>
                <a:lnTo>
                  <a:pt x="329" y="402"/>
                </a:lnTo>
                <a:lnTo>
                  <a:pt x="343" y="392"/>
                </a:lnTo>
                <a:lnTo>
                  <a:pt x="357" y="381"/>
                </a:lnTo>
                <a:lnTo>
                  <a:pt x="398" y="445"/>
                </a:lnTo>
                <a:lnTo>
                  <a:pt x="389" y="453"/>
                </a:lnTo>
                <a:lnTo>
                  <a:pt x="379" y="461"/>
                </a:lnTo>
                <a:lnTo>
                  <a:pt x="369" y="467"/>
                </a:lnTo>
                <a:lnTo>
                  <a:pt x="359" y="473"/>
                </a:lnTo>
                <a:lnTo>
                  <a:pt x="348" y="479"/>
                </a:lnTo>
                <a:lnTo>
                  <a:pt x="338" y="484"/>
                </a:lnTo>
                <a:lnTo>
                  <a:pt x="327" y="490"/>
                </a:lnTo>
                <a:lnTo>
                  <a:pt x="316" y="493"/>
                </a:lnTo>
                <a:lnTo>
                  <a:pt x="305" y="497"/>
                </a:lnTo>
                <a:lnTo>
                  <a:pt x="294" y="501"/>
                </a:lnTo>
                <a:lnTo>
                  <a:pt x="283" y="503"/>
                </a:lnTo>
                <a:lnTo>
                  <a:pt x="272" y="505"/>
                </a:lnTo>
                <a:lnTo>
                  <a:pt x="260" y="508"/>
                </a:lnTo>
                <a:lnTo>
                  <a:pt x="248" y="508"/>
                </a:lnTo>
                <a:lnTo>
                  <a:pt x="236" y="509"/>
                </a:lnTo>
                <a:lnTo>
                  <a:pt x="224" y="510"/>
                </a:lnTo>
                <a:lnTo>
                  <a:pt x="211" y="509"/>
                </a:lnTo>
                <a:lnTo>
                  <a:pt x="199" y="508"/>
                </a:lnTo>
                <a:lnTo>
                  <a:pt x="187" y="507"/>
                </a:lnTo>
                <a:lnTo>
                  <a:pt x="175" y="505"/>
                </a:lnTo>
                <a:lnTo>
                  <a:pt x="164" y="502"/>
                </a:lnTo>
                <a:lnTo>
                  <a:pt x="152" y="499"/>
                </a:lnTo>
                <a:lnTo>
                  <a:pt x="141" y="496"/>
                </a:lnTo>
                <a:lnTo>
                  <a:pt x="131" y="492"/>
                </a:lnTo>
                <a:lnTo>
                  <a:pt x="121" y="487"/>
                </a:lnTo>
                <a:lnTo>
                  <a:pt x="111" y="482"/>
                </a:lnTo>
                <a:lnTo>
                  <a:pt x="102" y="476"/>
                </a:lnTo>
                <a:lnTo>
                  <a:pt x="93" y="470"/>
                </a:lnTo>
                <a:lnTo>
                  <a:pt x="84" y="464"/>
                </a:lnTo>
                <a:lnTo>
                  <a:pt x="76" y="456"/>
                </a:lnTo>
                <a:lnTo>
                  <a:pt x="68" y="449"/>
                </a:lnTo>
                <a:lnTo>
                  <a:pt x="61" y="441"/>
                </a:lnTo>
                <a:lnTo>
                  <a:pt x="53" y="432"/>
                </a:lnTo>
                <a:lnTo>
                  <a:pt x="47" y="423"/>
                </a:lnTo>
                <a:lnTo>
                  <a:pt x="41" y="414"/>
                </a:lnTo>
                <a:lnTo>
                  <a:pt x="35" y="404"/>
                </a:lnTo>
                <a:lnTo>
                  <a:pt x="29" y="394"/>
                </a:lnTo>
                <a:lnTo>
                  <a:pt x="24" y="383"/>
                </a:lnTo>
                <a:lnTo>
                  <a:pt x="20" y="372"/>
                </a:lnTo>
                <a:lnTo>
                  <a:pt x="16" y="361"/>
                </a:lnTo>
                <a:lnTo>
                  <a:pt x="12" y="349"/>
                </a:lnTo>
                <a:lnTo>
                  <a:pt x="9" y="336"/>
                </a:lnTo>
                <a:lnTo>
                  <a:pt x="6" y="324"/>
                </a:lnTo>
                <a:lnTo>
                  <a:pt x="4" y="311"/>
                </a:lnTo>
                <a:lnTo>
                  <a:pt x="3" y="298"/>
                </a:lnTo>
                <a:lnTo>
                  <a:pt x="1" y="284"/>
                </a:lnTo>
                <a:lnTo>
                  <a:pt x="0" y="270"/>
                </a:lnTo>
                <a:lnTo>
                  <a:pt x="0" y="255"/>
                </a:lnTo>
                <a:lnTo>
                  <a:pt x="0" y="239"/>
                </a:lnTo>
                <a:lnTo>
                  <a:pt x="1" y="225"/>
                </a:lnTo>
                <a:lnTo>
                  <a:pt x="2" y="210"/>
                </a:lnTo>
                <a:lnTo>
                  <a:pt x="3" y="196"/>
                </a:lnTo>
                <a:lnTo>
                  <a:pt x="6" y="183"/>
                </a:lnTo>
                <a:lnTo>
                  <a:pt x="8" y="170"/>
                </a:lnTo>
                <a:lnTo>
                  <a:pt x="11" y="158"/>
                </a:lnTo>
                <a:lnTo>
                  <a:pt x="14" y="146"/>
                </a:lnTo>
                <a:lnTo>
                  <a:pt x="18" y="135"/>
                </a:lnTo>
                <a:lnTo>
                  <a:pt x="23" y="124"/>
                </a:lnTo>
                <a:lnTo>
                  <a:pt x="28" y="114"/>
                </a:lnTo>
                <a:lnTo>
                  <a:pt x="33" y="103"/>
                </a:lnTo>
                <a:lnTo>
                  <a:pt x="39" y="93"/>
                </a:lnTo>
                <a:lnTo>
                  <a:pt x="46" y="84"/>
                </a:lnTo>
                <a:lnTo>
                  <a:pt x="53" y="75"/>
                </a:lnTo>
                <a:lnTo>
                  <a:pt x="61" y="65"/>
                </a:lnTo>
                <a:lnTo>
                  <a:pt x="68" y="57"/>
                </a:lnTo>
                <a:lnTo>
                  <a:pt x="76" y="50"/>
                </a:lnTo>
                <a:lnTo>
                  <a:pt x="84" y="43"/>
                </a:lnTo>
                <a:lnTo>
                  <a:pt x="92" y="36"/>
                </a:lnTo>
                <a:lnTo>
                  <a:pt x="100" y="30"/>
                </a:lnTo>
                <a:lnTo>
                  <a:pt x="108" y="25"/>
                </a:lnTo>
                <a:lnTo>
                  <a:pt x="117" y="21"/>
                </a:lnTo>
                <a:lnTo>
                  <a:pt x="126" y="16"/>
                </a:lnTo>
                <a:lnTo>
                  <a:pt x="136" y="12"/>
                </a:lnTo>
                <a:lnTo>
                  <a:pt x="146" y="9"/>
                </a:lnTo>
                <a:lnTo>
                  <a:pt x="155" y="6"/>
                </a:lnTo>
                <a:lnTo>
                  <a:pt x="166" y="4"/>
                </a:lnTo>
                <a:lnTo>
                  <a:pt x="176" y="3"/>
                </a:lnTo>
                <a:lnTo>
                  <a:pt x="187" y="1"/>
                </a:lnTo>
                <a:lnTo>
                  <a:pt x="198" y="0"/>
                </a:lnTo>
                <a:lnTo>
                  <a:pt x="209" y="0"/>
                </a:lnTo>
                <a:lnTo>
                  <a:pt x="227" y="1"/>
                </a:lnTo>
                <a:lnTo>
                  <a:pt x="245" y="3"/>
                </a:lnTo>
                <a:lnTo>
                  <a:pt x="253" y="4"/>
                </a:lnTo>
                <a:lnTo>
                  <a:pt x="262" y="6"/>
                </a:lnTo>
                <a:lnTo>
                  <a:pt x="270" y="9"/>
                </a:lnTo>
                <a:lnTo>
                  <a:pt x="278" y="11"/>
                </a:lnTo>
                <a:lnTo>
                  <a:pt x="286" y="15"/>
                </a:lnTo>
                <a:lnTo>
                  <a:pt x="295" y="18"/>
                </a:lnTo>
                <a:lnTo>
                  <a:pt x="303" y="22"/>
                </a:lnTo>
                <a:lnTo>
                  <a:pt x="311" y="26"/>
                </a:lnTo>
                <a:lnTo>
                  <a:pt x="319" y="32"/>
                </a:lnTo>
                <a:lnTo>
                  <a:pt x="327" y="37"/>
                </a:lnTo>
                <a:lnTo>
                  <a:pt x="335" y="44"/>
                </a:lnTo>
                <a:lnTo>
                  <a:pt x="342" y="50"/>
                </a:lnTo>
                <a:lnTo>
                  <a:pt x="351" y="58"/>
                </a:lnTo>
                <a:lnTo>
                  <a:pt x="357" y="65"/>
                </a:lnTo>
                <a:lnTo>
                  <a:pt x="364" y="74"/>
                </a:lnTo>
                <a:lnTo>
                  <a:pt x="371" y="83"/>
                </a:lnTo>
                <a:lnTo>
                  <a:pt x="376" y="93"/>
                </a:lnTo>
                <a:lnTo>
                  <a:pt x="381" y="104"/>
                </a:lnTo>
                <a:lnTo>
                  <a:pt x="386" y="115"/>
                </a:lnTo>
                <a:lnTo>
                  <a:pt x="390" y="128"/>
                </a:lnTo>
                <a:lnTo>
                  <a:pt x="394" y="140"/>
                </a:lnTo>
                <a:lnTo>
                  <a:pt x="397" y="155"/>
                </a:lnTo>
                <a:lnTo>
                  <a:pt x="400" y="169"/>
                </a:lnTo>
                <a:lnTo>
                  <a:pt x="402" y="186"/>
                </a:lnTo>
                <a:lnTo>
                  <a:pt x="403" y="203"/>
                </a:lnTo>
                <a:lnTo>
                  <a:pt x="405" y="221"/>
                </a:lnTo>
                <a:lnTo>
                  <a:pt x="406" y="240"/>
                </a:lnTo>
                <a:lnTo>
                  <a:pt x="406" y="261"/>
                </a:lnTo>
                <a:lnTo>
                  <a:pt x="406" y="283"/>
                </a:lnTo>
                <a:lnTo>
                  <a:pt x="116" y="283"/>
                </a:lnTo>
                <a:lnTo>
                  <a:pt x="209" y="80"/>
                </a:lnTo>
                <a:lnTo>
                  <a:pt x="199" y="80"/>
                </a:lnTo>
                <a:lnTo>
                  <a:pt x="188" y="82"/>
                </a:lnTo>
                <a:lnTo>
                  <a:pt x="178" y="85"/>
                </a:lnTo>
                <a:lnTo>
                  <a:pt x="169" y="88"/>
                </a:lnTo>
                <a:lnTo>
                  <a:pt x="161" y="93"/>
                </a:lnTo>
                <a:lnTo>
                  <a:pt x="154" y="99"/>
                </a:lnTo>
                <a:lnTo>
                  <a:pt x="147" y="105"/>
                </a:lnTo>
                <a:lnTo>
                  <a:pt x="141" y="113"/>
                </a:lnTo>
                <a:lnTo>
                  <a:pt x="135" y="122"/>
                </a:lnTo>
                <a:lnTo>
                  <a:pt x="131" y="131"/>
                </a:lnTo>
                <a:lnTo>
                  <a:pt x="126" y="141"/>
                </a:lnTo>
                <a:lnTo>
                  <a:pt x="123" y="152"/>
                </a:lnTo>
                <a:lnTo>
                  <a:pt x="120" y="165"/>
                </a:lnTo>
                <a:lnTo>
                  <a:pt x="119" y="178"/>
                </a:lnTo>
                <a:lnTo>
                  <a:pt x="117" y="191"/>
                </a:lnTo>
                <a:lnTo>
                  <a:pt x="117" y="205"/>
                </a:lnTo>
                <a:lnTo>
                  <a:pt x="297" y="205"/>
                </a:lnTo>
                <a:lnTo>
                  <a:pt x="296" y="191"/>
                </a:lnTo>
                <a:lnTo>
                  <a:pt x="295" y="178"/>
                </a:lnTo>
                <a:lnTo>
                  <a:pt x="293" y="165"/>
                </a:lnTo>
                <a:lnTo>
                  <a:pt x="290" y="152"/>
                </a:lnTo>
                <a:lnTo>
                  <a:pt x="287" y="141"/>
                </a:lnTo>
                <a:lnTo>
                  <a:pt x="283" y="131"/>
                </a:lnTo>
                <a:lnTo>
                  <a:pt x="278" y="122"/>
                </a:lnTo>
                <a:lnTo>
                  <a:pt x="273" y="113"/>
                </a:lnTo>
                <a:lnTo>
                  <a:pt x="266" y="105"/>
                </a:lnTo>
                <a:lnTo>
                  <a:pt x="260" y="99"/>
                </a:lnTo>
                <a:lnTo>
                  <a:pt x="253" y="93"/>
                </a:lnTo>
                <a:lnTo>
                  <a:pt x="245" y="88"/>
                </a:lnTo>
                <a:lnTo>
                  <a:pt x="237" y="85"/>
                </a:lnTo>
                <a:lnTo>
                  <a:pt x="228" y="82"/>
                </a:lnTo>
                <a:lnTo>
                  <a:pt x="219" y="80"/>
                </a:lnTo>
                <a:lnTo>
                  <a:pt x="209" y="80"/>
                </a:lnTo>
                <a:lnTo>
                  <a:pt x="116" y="2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5" name="Freeform 59"/>
          <p:cNvSpPr>
            <a:spLocks/>
          </p:cNvSpPr>
          <p:nvPr/>
        </p:nvSpPr>
        <p:spPr bwMode="auto">
          <a:xfrm>
            <a:off x="8947152" y="2714627"/>
            <a:ext cx="606425" cy="1074738"/>
          </a:xfrm>
          <a:custGeom>
            <a:avLst/>
            <a:gdLst>
              <a:gd name="T0" fmla="*/ 2147483647 w 423"/>
              <a:gd name="T1" fmla="*/ 2147483647 h 718"/>
              <a:gd name="T2" fmla="*/ 2147483647 w 423"/>
              <a:gd name="T3" fmla="*/ 2147483647 h 718"/>
              <a:gd name="T4" fmla="*/ 2147483647 w 423"/>
              <a:gd name="T5" fmla="*/ 2147483647 h 718"/>
              <a:gd name="T6" fmla="*/ 2147483647 w 423"/>
              <a:gd name="T7" fmla="*/ 2147483647 h 718"/>
              <a:gd name="T8" fmla="*/ 2147483647 w 423"/>
              <a:gd name="T9" fmla="*/ 2147483647 h 718"/>
              <a:gd name="T10" fmla="*/ 2147483647 w 423"/>
              <a:gd name="T11" fmla="*/ 2147483647 h 718"/>
              <a:gd name="T12" fmla="*/ 2147483647 w 423"/>
              <a:gd name="T13" fmla="*/ 2147483647 h 718"/>
              <a:gd name="T14" fmla="*/ 2147483647 w 423"/>
              <a:gd name="T15" fmla="*/ 2147483647 h 718"/>
              <a:gd name="T16" fmla="*/ 2147483647 w 423"/>
              <a:gd name="T17" fmla="*/ 2147483647 h 718"/>
              <a:gd name="T18" fmla="*/ 2147483647 w 423"/>
              <a:gd name="T19" fmla="*/ 2147483647 h 718"/>
              <a:gd name="T20" fmla="*/ 2147483647 w 423"/>
              <a:gd name="T21" fmla="*/ 2147483647 h 718"/>
              <a:gd name="T22" fmla="*/ 2147483647 w 423"/>
              <a:gd name="T23" fmla="*/ 2147483647 h 718"/>
              <a:gd name="T24" fmla="*/ 2147483647 w 423"/>
              <a:gd name="T25" fmla="*/ 2147483647 h 718"/>
              <a:gd name="T26" fmla="*/ 2147483647 w 423"/>
              <a:gd name="T27" fmla="*/ 2147483647 h 718"/>
              <a:gd name="T28" fmla="*/ 2147483647 w 423"/>
              <a:gd name="T29" fmla="*/ 2147483647 h 718"/>
              <a:gd name="T30" fmla="*/ 2147483647 w 423"/>
              <a:gd name="T31" fmla="*/ 2147483647 h 718"/>
              <a:gd name="T32" fmla="*/ 0 w 423"/>
              <a:gd name="T33" fmla="*/ 2147483647 h 718"/>
              <a:gd name="T34" fmla="*/ 0 w 423"/>
              <a:gd name="T35" fmla="*/ 2147483647 h 718"/>
              <a:gd name="T36" fmla="*/ 2147483647 w 423"/>
              <a:gd name="T37" fmla="*/ 2147483647 h 718"/>
              <a:gd name="T38" fmla="*/ 2147483647 w 423"/>
              <a:gd name="T39" fmla="*/ 2147483647 h 718"/>
              <a:gd name="T40" fmla="*/ 2147483647 w 423"/>
              <a:gd name="T41" fmla="*/ 2147483647 h 718"/>
              <a:gd name="T42" fmla="*/ 2147483647 w 423"/>
              <a:gd name="T43" fmla="*/ 2147483647 h 718"/>
              <a:gd name="T44" fmla="*/ 2147483647 w 423"/>
              <a:gd name="T45" fmla="*/ 2147483647 h 718"/>
              <a:gd name="T46" fmla="*/ 2147483647 w 423"/>
              <a:gd name="T47" fmla="*/ 2147483647 h 718"/>
              <a:gd name="T48" fmla="*/ 2147483647 w 423"/>
              <a:gd name="T49" fmla="*/ 2147483647 h 718"/>
              <a:gd name="T50" fmla="*/ 2147483647 w 423"/>
              <a:gd name="T51" fmla="*/ 2147483647 h 718"/>
              <a:gd name="T52" fmla="*/ 2147483647 w 423"/>
              <a:gd name="T53" fmla="*/ 2147483647 h 718"/>
              <a:gd name="T54" fmla="*/ 2147483647 w 423"/>
              <a:gd name="T55" fmla="*/ 2147483647 h 718"/>
              <a:gd name="T56" fmla="*/ 2147483647 w 423"/>
              <a:gd name="T57" fmla="*/ 2147483647 h 718"/>
              <a:gd name="T58" fmla="*/ 2147483647 w 423"/>
              <a:gd name="T59" fmla="*/ 2147483647 h 718"/>
              <a:gd name="T60" fmla="*/ 2147483647 w 423"/>
              <a:gd name="T61" fmla="*/ 2147483647 h 718"/>
              <a:gd name="T62" fmla="*/ 2147483647 w 423"/>
              <a:gd name="T63" fmla="*/ 2147483647 h 718"/>
              <a:gd name="T64" fmla="*/ 2147483647 w 423"/>
              <a:gd name="T65" fmla="*/ 2147483647 h 718"/>
              <a:gd name="T66" fmla="*/ 2147483647 w 423"/>
              <a:gd name="T67" fmla="*/ 0 h 718"/>
              <a:gd name="T68" fmla="*/ 2147483647 w 423"/>
              <a:gd name="T69" fmla="*/ 2147483647 h 718"/>
              <a:gd name="T70" fmla="*/ 2147483647 w 423"/>
              <a:gd name="T71" fmla="*/ 2147483647 h 718"/>
              <a:gd name="T72" fmla="*/ 2147483647 w 423"/>
              <a:gd name="T73" fmla="*/ 2147483647 h 718"/>
              <a:gd name="T74" fmla="*/ 2147483647 w 423"/>
              <a:gd name="T75" fmla="*/ 2147483647 h 718"/>
              <a:gd name="T76" fmla="*/ 2147483647 w 423"/>
              <a:gd name="T77" fmla="*/ 2147483647 h 718"/>
              <a:gd name="T78" fmla="*/ 2147483647 w 423"/>
              <a:gd name="T79" fmla="*/ 2147483647 h 718"/>
              <a:gd name="T80" fmla="*/ 2147483647 w 423"/>
              <a:gd name="T81" fmla="*/ 2147483647 h 718"/>
              <a:gd name="T82" fmla="*/ 2147483647 w 423"/>
              <a:gd name="T83" fmla="*/ 2147483647 h 718"/>
              <a:gd name="T84" fmla="*/ 2147483647 w 423"/>
              <a:gd name="T85" fmla="*/ 2147483647 h 718"/>
              <a:gd name="T86" fmla="*/ 2147483647 w 423"/>
              <a:gd name="T87" fmla="*/ 2147483647 h 718"/>
              <a:gd name="T88" fmla="*/ 2147483647 w 423"/>
              <a:gd name="T89" fmla="*/ 2147483647 h 718"/>
              <a:gd name="T90" fmla="*/ 2147483647 w 423"/>
              <a:gd name="T91" fmla="*/ 2147483647 h 718"/>
              <a:gd name="T92" fmla="*/ 2147483647 w 423"/>
              <a:gd name="T93" fmla="*/ 2147483647 h 718"/>
              <a:gd name="T94" fmla="*/ 2147483647 w 423"/>
              <a:gd name="T95" fmla="*/ 2147483647 h 718"/>
              <a:gd name="T96" fmla="*/ 2147483647 w 423"/>
              <a:gd name="T97" fmla="*/ 2147483647 h 718"/>
              <a:gd name="T98" fmla="*/ 2147483647 w 423"/>
              <a:gd name="T99" fmla="*/ 2147483647 h 718"/>
              <a:gd name="T100" fmla="*/ 2147483647 w 423"/>
              <a:gd name="T101" fmla="*/ 2147483647 h 718"/>
              <a:gd name="T102" fmla="*/ 2147483647 w 423"/>
              <a:gd name="T103" fmla="*/ 2147483647 h 718"/>
              <a:gd name="T104" fmla="*/ 2147483647 w 423"/>
              <a:gd name="T105" fmla="*/ 2147483647 h 718"/>
              <a:gd name="T106" fmla="*/ 2147483647 w 423"/>
              <a:gd name="T107" fmla="*/ 2147483647 h 718"/>
              <a:gd name="T108" fmla="*/ 2147483647 w 423"/>
              <a:gd name="T109" fmla="*/ 2147483647 h 718"/>
              <a:gd name="T110" fmla="*/ 2147483647 w 423"/>
              <a:gd name="T111" fmla="*/ 2147483647 h 718"/>
              <a:gd name="T112" fmla="*/ 2147483647 w 423"/>
              <a:gd name="T113" fmla="*/ 2147483647 h 718"/>
              <a:gd name="T114" fmla="*/ 2147483647 w 423"/>
              <a:gd name="T115" fmla="*/ 2147483647 h 718"/>
              <a:gd name="T116" fmla="*/ 2147483647 w 423"/>
              <a:gd name="T117" fmla="*/ 2147483647 h 718"/>
              <a:gd name="T118" fmla="*/ 2147483647 w 423"/>
              <a:gd name="T119" fmla="*/ 2147483647 h 71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423" h="718">
                <a:moveTo>
                  <a:pt x="326" y="707"/>
                </a:moveTo>
                <a:lnTo>
                  <a:pt x="323" y="700"/>
                </a:lnTo>
                <a:lnTo>
                  <a:pt x="322" y="692"/>
                </a:lnTo>
                <a:lnTo>
                  <a:pt x="319" y="683"/>
                </a:lnTo>
                <a:lnTo>
                  <a:pt x="318" y="670"/>
                </a:lnTo>
                <a:lnTo>
                  <a:pt x="311" y="676"/>
                </a:lnTo>
                <a:lnTo>
                  <a:pt x="305" y="681"/>
                </a:lnTo>
                <a:lnTo>
                  <a:pt x="299" y="686"/>
                </a:lnTo>
                <a:lnTo>
                  <a:pt x="292" y="691"/>
                </a:lnTo>
                <a:lnTo>
                  <a:pt x="285" y="695"/>
                </a:lnTo>
                <a:lnTo>
                  <a:pt x="278" y="699"/>
                </a:lnTo>
                <a:lnTo>
                  <a:pt x="271" y="703"/>
                </a:lnTo>
                <a:lnTo>
                  <a:pt x="264" y="706"/>
                </a:lnTo>
                <a:lnTo>
                  <a:pt x="257" y="709"/>
                </a:lnTo>
                <a:lnTo>
                  <a:pt x="249" y="711"/>
                </a:lnTo>
                <a:lnTo>
                  <a:pt x="241" y="713"/>
                </a:lnTo>
                <a:lnTo>
                  <a:pt x="233" y="715"/>
                </a:lnTo>
                <a:lnTo>
                  <a:pt x="225" y="716"/>
                </a:lnTo>
                <a:lnTo>
                  <a:pt x="217" y="717"/>
                </a:lnTo>
                <a:lnTo>
                  <a:pt x="208" y="718"/>
                </a:lnTo>
                <a:lnTo>
                  <a:pt x="199" y="718"/>
                </a:lnTo>
                <a:lnTo>
                  <a:pt x="187" y="718"/>
                </a:lnTo>
                <a:lnTo>
                  <a:pt x="176" y="717"/>
                </a:lnTo>
                <a:lnTo>
                  <a:pt x="165" y="715"/>
                </a:lnTo>
                <a:lnTo>
                  <a:pt x="155" y="713"/>
                </a:lnTo>
                <a:lnTo>
                  <a:pt x="144" y="711"/>
                </a:lnTo>
                <a:lnTo>
                  <a:pt x="135" y="708"/>
                </a:lnTo>
                <a:lnTo>
                  <a:pt x="125" y="704"/>
                </a:lnTo>
                <a:lnTo>
                  <a:pt x="115" y="700"/>
                </a:lnTo>
                <a:lnTo>
                  <a:pt x="106" y="696"/>
                </a:lnTo>
                <a:lnTo>
                  <a:pt x="97" y="691"/>
                </a:lnTo>
                <a:lnTo>
                  <a:pt x="89" y="685"/>
                </a:lnTo>
                <a:lnTo>
                  <a:pt x="82" y="679"/>
                </a:lnTo>
                <a:lnTo>
                  <a:pt x="73" y="673"/>
                </a:lnTo>
                <a:lnTo>
                  <a:pt x="66" y="665"/>
                </a:lnTo>
                <a:lnTo>
                  <a:pt x="59" y="658"/>
                </a:lnTo>
                <a:lnTo>
                  <a:pt x="53" y="651"/>
                </a:lnTo>
                <a:lnTo>
                  <a:pt x="47" y="642"/>
                </a:lnTo>
                <a:lnTo>
                  <a:pt x="41" y="633"/>
                </a:lnTo>
                <a:lnTo>
                  <a:pt x="35" y="624"/>
                </a:lnTo>
                <a:lnTo>
                  <a:pt x="30" y="615"/>
                </a:lnTo>
                <a:lnTo>
                  <a:pt x="26" y="604"/>
                </a:lnTo>
                <a:lnTo>
                  <a:pt x="21" y="594"/>
                </a:lnTo>
                <a:lnTo>
                  <a:pt x="17" y="584"/>
                </a:lnTo>
                <a:lnTo>
                  <a:pt x="14" y="572"/>
                </a:lnTo>
                <a:lnTo>
                  <a:pt x="10" y="560"/>
                </a:lnTo>
                <a:lnTo>
                  <a:pt x="8" y="549"/>
                </a:lnTo>
                <a:lnTo>
                  <a:pt x="6" y="536"/>
                </a:lnTo>
                <a:lnTo>
                  <a:pt x="3" y="523"/>
                </a:lnTo>
                <a:lnTo>
                  <a:pt x="2" y="511"/>
                </a:lnTo>
                <a:lnTo>
                  <a:pt x="0" y="497"/>
                </a:lnTo>
                <a:lnTo>
                  <a:pt x="0" y="483"/>
                </a:lnTo>
                <a:lnTo>
                  <a:pt x="0" y="470"/>
                </a:lnTo>
                <a:lnTo>
                  <a:pt x="0" y="455"/>
                </a:lnTo>
                <a:lnTo>
                  <a:pt x="1" y="441"/>
                </a:lnTo>
                <a:lnTo>
                  <a:pt x="2" y="428"/>
                </a:lnTo>
                <a:lnTo>
                  <a:pt x="3" y="414"/>
                </a:lnTo>
                <a:lnTo>
                  <a:pt x="6" y="402"/>
                </a:lnTo>
                <a:lnTo>
                  <a:pt x="9" y="389"/>
                </a:lnTo>
                <a:lnTo>
                  <a:pt x="12" y="376"/>
                </a:lnTo>
                <a:lnTo>
                  <a:pt x="15" y="365"/>
                </a:lnTo>
                <a:lnTo>
                  <a:pt x="19" y="353"/>
                </a:lnTo>
                <a:lnTo>
                  <a:pt x="23" y="342"/>
                </a:lnTo>
                <a:lnTo>
                  <a:pt x="28" y="332"/>
                </a:lnTo>
                <a:lnTo>
                  <a:pt x="33" y="321"/>
                </a:lnTo>
                <a:lnTo>
                  <a:pt x="38" y="311"/>
                </a:lnTo>
                <a:lnTo>
                  <a:pt x="44" y="302"/>
                </a:lnTo>
                <a:lnTo>
                  <a:pt x="50" y="292"/>
                </a:lnTo>
                <a:lnTo>
                  <a:pt x="57" y="284"/>
                </a:lnTo>
                <a:lnTo>
                  <a:pt x="64" y="276"/>
                </a:lnTo>
                <a:lnTo>
                  <a:pt x="71" y="268"/>
                </a:lnTo>
                <a:lnTo>
                  <a:pt x="79" y="261"/>
                </a:lnTo>
                <a:lnTo>
                  <a:pt x="86" y="254"/>
                </a:lnTo>
                <a:lnTo>
                  <a:pt x="94" y="248"/>
                </a:lnTo>
                <a:lnTo>
                  <a:pt x="103" y="242"/>
                </a:lnTo>
                <a:lnTo>
                  <a:pt x="111" y="236"/>
                </a:lnTo>
                <a:lnTo>
                  <a:pt x="120" y="232"/>
                </a:lnTo>
                <a:lnTo>
                  <a:pt x="130" y="228"/>
                </a:lnTo>
                <a:lnTo>
                  <a:pt x="139" y="224"/>
                </a:lnTo>
                <a:lnTo>
                  <a:pt x="149" y="221"/>
                </a:lnTo>
                <a:lnTo>
                  <a:pt x="159" y="218"/>
                </a:lnTo>
                <a:lnTo>
                  <a:pt x="170" y="216"/>
                </a:lnTo>
                <a:lnTo>
                  <a:pt x="180" y="214"/>
                </a:lnTo>
                <a:lnTo>
                  <a:pt x="190" y="213"/>
                </a:lnTo>
                <a:lnTo>
                  <a:pt x="202" y="213"/>
                </a:lnTo>
                <a:lnTo>
                  <a:pt x="217" y="213"/>
                </a:lnTo>
                <a:lnTo>
                  <a:pt x="231" y="216"/>
                </a:lnTo>
                <a:lnTo>
                  <a:pt x="238" y="217"/>
                </a:lnTo>
                <a:lnTo>
                  <a:pt x="245" y="219"/>
                </a:lnTo>
                <a:lnTo>
                  <a:pt x="252" y="221"/>
                </a:lnTo>
                <a:lnTo>
                  <a:pt x="258" y="224"/>
                </a:lnTo>
                <a:lnTo>
                  <a:pt x="264" y="227"/>
                </a:lnTo>
                <a:lnTo>
                  <a:pt x="271" y="230"/>
                </a:lnTo>
                <a:lnTo>
                  <a:pt x="277" y="233"/>
                </a:lnTo>
                <a:lnTo>
                  <a:pt x="283" y="237"/>
                </a:lnTo>
                <a:lnTo>
                  <a:pt x="295" y="246"/>
                </a:lnTo>
                <a:lnTo>
                  <a:pt x="306" y="257"/>
                </a:lnTo>
                <a:lnTo>
                  <a:pt x="306" y="251"/>
                </a:lnTo>
                <a:lnTo>
                  <a:pt x="304" y="233"/>
                </a:lnTo>
                <a:lnTo>
                  <a:pt x="304" y="208"/>
                </a:lnTo>
                <a:lnTo>
                  <a:pt x="303" y="178"/>
                </a:lnTo>
                <a:lnTo>
                  <a:pt x="303" y="0"/>
                </a:lnTo>
                <a:lnTo>
                  <a:pt x="408" y="17"/>
                </a:lnTo>
                <a:lnTo>
                  <a:pt x="408" y="538"/>
                </a:lnTo>
                <a:lnTo>
                  <a:pt x="408" y="572"/>
                </a:lnTo>
                <a:lnTo>
                  <a:pt x="409" y="601"/>
                </a:lnTo>
                <a:lnTo>
                  <a:pt x="410" y="627"/>
                </a:lnTo>
                <a:lnTo>
                  <a:pt x="412" y="650"/>
                </a:lnTo>
                <a:lnTo>
                  <a:pt x="414" y="668"/>
                </a:lnTo>
                <a:lnTo>
                  <a:pt x="417" y="684"/>
                </a:lnTo>
                <a:lnTo>
                  <a:pt x="420" y="697"/>
                </a:lnTo>
                <a:lnTo>
                  <a:pt x="423" y="707"/>
                </a:lnTo>
                <a:lnTo>
                  <a:pt x="326" y="707"/>
                </a:lnTo>
                <a:lnTo>
                  <a:pt x="303" y="337"/>
                </a:lnTo>
                <a:lnTo>
                  <a:pt x="294" y="328"/>
                </a:lnTo>
                <a:lnTo>
                  <a:pt x="284" y="320"/>
                </a:lnTo>
                <a:lnTo>
                  <a:pt x="274" y="313"/>
                </a:lnTo>
                <a:lnTo>
                  <a:pt x="264" y="307"/>
                </a:lnTo>
                <a:lnTo>
                  <a:pt x="252" y="303"/>
                </a:lnTo>
                <a:lnTo>
                  <a:pt x="240" y="300"/>
                </a:lnTo>
                <a:lnTo>
                  <a:pt x="228" y="298"/>
                </a:lnTo>
                <a:lnTo>
                  <a:pt x="215" y="298"/>
                </a:lnTo>
                <a:lnTo>
                  <a:pt x="203" y="298"/>
                </a:lnTo>
                <a:lnTo>
                  <a:pt x="191" y="300"/>
                </a:lnTo>
                <a:lnTo>
                  <a:pt x="186" y="301"/>
                </a:lnTo>
                <a:lnTo>
                  <a:pt x="181" y="303"/>
                </a:lnTo>
                <a:lnTo>
                  <a:pt x="176" y="305"/>
                </a:lnTo>
                <a:lnTo>
                  <a:pt x="171" y="308"/>
                </a:lnTo>
                <a:lnTo>
                  <a:pt x="167" y="310"/>
                </a:lnTo>
                <a:lnTo>
                  <a:pt x="162" y="313"/>
                </a:lnTo>
                <a:lnTo>
                  <a:pt x="158" y="317"/>
                </a:lnTo>
                <a:lnTo>
                  <a:pt x="155" y="321"/>
                </a:lnTo>
                <a:lnTo>
                  <a:pt x="147" y="329"/>
                </a:lnTo>
                <a:lnTo>
                  <a:pt x="141" y="339"/>
                </a:lnTo>
                <a:lnTo>
                  <a:pt x="135" y="350"/>
                </a:lnTo>
                <a:lnTo>
                  <a:pt x="130" y="363"/>
                </a:lnTo>
                <a:lnTo>
                  <a:pt x="126" y="376"/>
                </a:lnTo>
                <a:lnTo>
                  <a:pt x="123" y="392"/>
                </a:lnTo>
                <a:lnTo>
                  <a:pt x="120" y="409"/>
                </a:lnTo>
                <a:lnTo>
                  <a:pt x="118" y="427"/>
                </a:lnTo>
                <a:lnTo>
                  <a:pt x="117" y="447"/>
                </a:lnTo>
                <a:lnTo>
                  <a:pt x="117" y="468"/>
                </a:lnTo>
                <a:lnTo>
                  <a:pt x="117" y="487"/>
                </a:lnTo>
                <a:lnTo>
                  <a:pt x="118" y="506"/>
                </a:lnTo>
                <a:lnTo>
                  <a:pt x="120" y="523"/>
                </a:lnTo>
                <a:lnTo>
                  <a:pt x="122" y="539"/>
                </a:lnTo>
                <a:lnTo>
                  <a:pt x="124" y="553"/>
                </a:lnTo>
                <a:lnTo>
                  <a:pt x="128" y="566"/>
                </a:lnTo>
                <a:lnTo>
                  <a:pt x="132" y="578"/>
                </a:lnTo>
                <a:lnTo>
                  <a:pt x="138" y="589"/>
                </a:lnTo>
                <a:lnTo>
                  <a:pt x="141" y="594"/>
                </a:lnTo>
                <a:lnTo>
                  <a:pt x="144" y="598"/>
                </a:lnTo>
                <a:lnTo>
                  <a:pt x="147" y="603"/>
                </a:lnTo>
                <a:lnTo>
                  <a:pt x="151" y="607"/>
                </a:lnTo>
                <a:lnTo>
                  <a:pt x="155" y="610"/>
                </a:lnTo>
                <a:lnTo>
                  <a:pt x="159" y="613"/>
                </a:lnTo>
                <a:lnTo>
                  <a:pt x="164" y="617"/>
                </a:lnTo>
                <a:lnTo>
                  <a:pt x="168" y="619"/>
                </a:lnTo>
                <a:lnTo>
                  <a:pt x="173" y="622"/>
                </a:lnTo>
                <a:lnTo>
                  <a:pt x="179" y="624"/>
                </a:lnTo>
                <a:lnTo>
                  <a:pt x="185" y="625"/>
                </a:lnTo>
                <a:lnTo>
                  <a:pt x="190" y="627"/>
                </a:lnTo>
                <a:lnTo>
                  <a:pt x="204" y="629"/>
                </a:lnTo>
                <a:lnTo>
                  <a:pt x="218" y="630"/>
                </a:lnTo>
                <a:lnTo>
                  <a:pt x="225" y="629"/>
                </a:lnTo>
                <a:lnTo>
                  <a:pt x="232" y="628"/>
                </a:lnTo>
                <a:lnTo>
                  <a:pt x="239" y="627"/>
                </a:lnTo>
                <a:lnTo>
                  <a:pt x="246" y="625"/>
                </a:lnTo>
                <a:lnTo>
                  <a:pt x="252" y="624"/>
                </a:lnTo>
                <a:lnTo>
                  <a:pt x="258" y="622"/>
                </a:lnTo>
                <a:lnTo>
                  <a:pt x="264" y="619"/>
                </a:lnTo>
                <a:lnTo>
                  <a:pt x="270" y="616"/>
                </a:lnTo>
                <a:lnTo>
                  <a:pt x="281" y="609"/>
                </a:lnTo>
                <a:lnTo>
                  <a:pt x="290" y="601"/>
                </a:lnTo>
                <a:lnTo>
                  <a:pt x="297" y="592"/>
                </a:lnTo>
                <a:lnTo>
                  <a:pt x="303" y="584"/>
                </a:lnTo>
                <a:lnTo>
                  <a:pt x="303" y="337"/>
                </a:lnTo>
                <a:lnTo>
                  <a:pt x="326" y="7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6" name="Freeform 60"/>
          <p:cNvSpPr>
            <a:spLocks/>
          </p:cNvSpPr>
          <p:nvPr/>
        </p:nvSpPr>
        <p:spPr bwMode="auto">
          <a:xfrm>
            <a:off x="9713915" y="2727325"/>
            <a:ext cx="200025" cy="1046163"/>
          </a:xfrm>
          <a:custGeom>
            <a:avLst/>
            <a:gdLst>
              <a:gd name="T0" fmla="*/ 0 w 139"/>
              <a:gd name="T1" fmla="*/ 2147483647 h 698"/>
              <a:gd name="T2" fmla="*/ 2147483647 w 139"/>
              <a:gd name="T3" fmla="*/ 2147483647 h 698"/>
              <a:gd name="T4" fmla="*/ 2147483647 w 139"/>
              <a:gd name="T5" fmla="*/ 2147483647 h 698"/>
              <a:gd name="T6" fmla="*/ 2147483647 w 139"/>
              <a:gd name="T7" fmla="*/ 2147483647 h 698"/>
              <a:gd name="T8" fmla="*/ 2147483647 w 139"/>
              <a:gd name="T9" fmla="*/ 2147483647 h 698"/>
              <a:gd name="T10" fmla="*/ 2147483647 w 139"/>
              <a:gd name="T11" fmla="*/ 2147483647 h 698"/>
              <a:gd name="T12" fmla="*/ 2147483647 w 139"/>
              <a:gd name="T13" fmla="*/ 2147483647 h 698"/>
              <a:gd name="T14" fmla="*/ 2147483647 w 139"/>
              <a:gd name="T15" fmla="*/ 0 h 698"/>
              <a:gd name="T16" fmla="*/ 2147483647 w 139"/>
              <a:gd name="T17" fmla="*/ 0 h 698"/>
              <a:gd name="T18" fmla="*/ 2147483647 w 139"/>
              <a:gd name="T19" fmla="*/ 2147483647 h 698"/>
              <a:gd name="T20" fmla="*/ 2147483647 w 139"/>
              <a:gd name="T21" fmla="*/ 2147483647 h 698"/>
              <a:gd name="T22" fmla="*/ 2147483647 w 139"/>
              <a:gd name="T23" fmla="*/ 2147483647 h 698"/>
              <a:gd name="T24" fmla="*/ 2147483647 w 139"/>
              <a:gd name="T25" fmla="*/ 2147483647 h 698"/>
              <a:gd name="T26" fmla="*/ 2147483647 w 139"/>
              <a:gd name="T27" fmla="*/ 2147483647 h 698"/>
              <a:gd name="T28" fmla="*/ 2147483647 w 139"/>
              <a:gd name="T29" fmla="*/ 2147483647 h 698"/>
              <a:gd name="T30" fmla="*/ 2147483647 w 139"/>
              <a:gd name="T31" fmla="*/ 2147483647 h 698"/>
              <a:gd name="T32" fmla="*/ 2147483647 w 139"/>
              <a:gd name="T33" fmla="*/ 2147483647 h 698"/>
              <a:gd name="T34" fmla="*/ 2147483647 w 139"/>
              <a:gd name="T35" fmla="*/ 2147483647 h 698"/>
              <a:gd name="T36" fmla="*/ 2147483647 w 139"/>
              <a:gd name="T37" fmla="*/ 2147483647 h 698"/>
              <a:gd name="T38" fmla="*/ 2147483647 w 139"/>
              <a:gd name="T39" fmla="*/ 2147483647 h 698"/>
              <a:gd name="T40" fmla="*/ 2147483647 w 139"/>
              <a:gd name="T41" fmla="*/ 2147483647 h 698"/>
              <a:gd name="T42" fmla="*/ 2147483647 w 139"/>
              <a:gd name="T43" fmla="*/ 2147483647 h 698"/>
              <a:gd name="T44" fmla="*/ 2147483647 w 139"/>
              <a:gd name="T45" fmla="*/ 2147483647 h 698"/>
              <a:gd name="T46" fmla="*/ 2147483647 w 139"/>
              <a:gd name="T47" fmla="*/ 2147483647 h 698"/>
              <a:gd name="T48" fmla="*/ 2147483647 w 139"/>
              <a:gd name="T49" fmla="*/ 2147483647 h 698"/>
              <a:gd name="T50" fmla="*/ 2147483647 w 139"/>
              <a:gd name="T51" fmla="*/ 2147483647 h 698"/>
              <a:gd name="T52" fmla="*/ 2147483647 w 139"/>
              <a:gd name="T53" fmla="*/ 2147483647 h 698"/>
              <a:gd name="T54" fmla="*/ 2147483647 w 139"/>
              <a:gd name="T55" fmla="*/ 2147483647 h 698"/>
              <a:gd name="T56" fmla="*/ 2147483647 w 139"/>
              <a:gd name="T57" fmla="*/ 2147483647 h 698"/>
              <a:gd name="T58" fmla="*/ 2147483647 w 139"/>
              <a:gd name="T59" fmla="*/ 2147483647 h 698"/>
              <a:gd name="T60" fmla="*/ 2147483647 w 139"/>
              <a:gd name="T61" fmla="*/ 2147483647 h 698"/>
              <a:gd name="T62" fmla="*/ 0 w 139"/>
              <a:gd name="T63" fmla="*/ 2147483647 h 698"/>
              <a:gd name="T64" fmla="*/ 0 w 139"/>
              <a:gd name="T65" fmla="*/ 2147483647 h 698"/>
              <a:gd name="T66" fmla="*/ 2147483647 w 139"/>
              <a:gd name="T67" fmla="*/ 2147483647 h 698"/>
              <a:gd name="T68" fmla="*/ 2147483647 w 139"/>
              <a:gd name="T69" fmla="*/ 2147483647 h 698"/>
              <a:gd name="T70" fmla="*/ 2147483647 w 139"/>
              <a:gd name="T71" fmla="*/ 2147483647 h 69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39" h="698">
                <a:moveTo>
                  <a:pt x="0" y="71"/>
                </a:moveTo>
                <a:lnTo>
                  <a:pt x="0" y="64"/>
                </a:lnTo>
                <a:lnTo>
                  <a:pt x="1" y="56"/>
                </a:lnTo>
                <a:lnTo>
                  <a:pt x="3" y="49"/>
                </a:lnTo>
                <a:lnTo>
                  <a:pt x="5" y="43"/>
                </a:lnTo>
                <a:lnTo>
                  <a:pt x="8" y="37"/>
                </a:lnTo>
                <a:lnTo>
                  <a:pt x="12" y="31"/>
                </a:lnTo>
                <a:lnTo>
                  <a:pt x="15" y="26"/>
                </a:lnTo>
                <a:lnTo>
                  <a:pt x="20" y="20"/>
                </a:lnTo>
                <a:lnTo>
                  <a:pt x="25" y="16"/>
                </a:lnTo>
                <a:lnTo>
                  <a:pt x="30" y="11"/>
                </a:lnTo>
                <a:lnTo>
                  <a:pt x="36" y="9"/>
                </a:lnTo>
                <a:lnTo>
                  <a:pt x="42" y="6"/>
                </a:lnTo>
                <a:lnTo>
                  <a:pt x="49" y="3"/>
                </a:lnTo>
                <a:lnTo>
                  <a:pt x="56" y="1"/>
                </a:lnTo>
                <a:lnTo>
                  <a:pt x="62" y="0"/>
                </a:lnTo>
                <a:lnTo>
                  <a:pt x="70" y="0"/>
                </a:lnTo>
                <a:lnTo>
                  <a:pt x="76" y="0"/>
                </a:lnTo>
                <a:lnTo>
                  <a:pt x="83" y="1"/>
                </a:lnTo>
                <a:lnTo>
                  <a:pt x="90" y="3"/>
                </a:lnTo>
                <a:lnTo>
                  <a:pt x="97" y="6"/>
                </a:lnTo>
                <a:lnTo>
                  <a:pt x="103" y="8"/>
                </a:lnTo>
                <a:lnTo>
                  <a:pt x="108" y="11"/>
                </a:lnTo>
                <a:lnTo>
                  <a:pt x="113" y="16"/>
                </a:lnTo>
                <a:lnTo>
                  <a:pt x="118" y="20"/>
                </a:lnTo>
                <a:lnTo>
                  <a:pt x="123" y="25"/>
                </a:lnTo>
                <a:lnTo>
                  <a:pt x="126" y="31"/>
                </a:lnTo>
                <a:lnTo>
                  <a:pt x="130" y="36"/>
                </a:lnTo>
                <a:lnTo>
                  <a:pt x="133" y="43"/>
                </a:lnTo>
                <a:lnTo>
                  <a:pt x="135" y="49"/>
                </a:lnTo>
                <a:lnTo>
                  <a:pt x="138" y="56"/>
                </a:lnTo>
                <a:lnTo>
                  <a:pt x="138" y="64"/>
                </a:lnTo>
                <a:lnTo>
                  <a:pt x="139" y="71"/>
                </a:lnTo>
                <a:lnTo>
                  <a:pt x="138" y="78"/>
                </a:lnTo>
                <a:lnTo>
                  <a:pt x="138" y="84"/>
                </a:lnTo>
                <a:lnTo>
                  <a:pt x="135" y="91"/>
                </a:lnTo>
                <a:lnTo>
                  <a:pt x="133" y="98"/>
                </a:lnTo>
                <a:lnTo>
                  <a:pt x="130" y="104"/>
                </a:lnTo>
                <a:lnTo>
                  <a:pt x="126" y="110"/>
                </a:lnTo>
                <a:lnTo>
                  <a:pt x="123" y="115"/>
                </a:lnTo>
                <a:lnTo>
                  <a:pt x="118" y="120"/>
                </a:lnTo>
                <a:lnTo>
                  <a:pt x="113" y="125"/>
                </a:lnTo>
                <a:lnTo>
                  <a:pt x="108" y="128"/>
                </a:lnTo>
                <a:lnTo>
                  <a:pt x="102" y="132"/>
                </a:lnTo>
                <a:lnTo>
                  <a:pt x="95" y="135"/>
                </a:lnTo>
                <a:lnTo>
                  <a:pt x="89" y="137"/>
                </a:lnTo>
                <a:lnTo>
                  <a:pt x="82" y="140"/>
                </a:lnTo>
                <a:lnTo>
                  <a:pt x="75" y="140"/>
                </a:lnTo>
                <a:lnTo>
                  <a:pt x="68" y="141"/>
                </a:lnTo>
                <a:lnTo>
                  <a:pt x="61" y="140"/>
                </a:lnTo>
                <a:lnTo>
                  <a:pt x="54" y="140"/>
                </a:lnTo>
                <a:lnTo>
                  <a:pt x="47" y="137"/>
                </a:lnTo>
                <a:lnTo>
                  <a:pt x="41" y="135"/>
                </a:lnTo>
                <a:lnTo>
                  <a:pt x="35" y="132"/>
                </a:lnTo>
                <a:lnTo>
                  <a:pt x="30" y="128"/>
                </a:lnTo>
                <a:lnTo>
                  <a:pt x="24" y="125"/>
                </a:lnTo>
                <a:lnTo>
                  <a:pt x="19" y="120"/>
                </a:lnTo>
                <a:lnTo>
                  <a:pt x="15" y="115"/>
                </a:lnTo>
                <a:lnTo>
                  <a:pt x="11" y="110"/>
                </a:lnTo>
                <a:lnTo>
                  <a:pt x="8" y="104"/>
                </a:lnTo>
                <a:lnTo>
                  <a:pt x="5" y="98"/>
                </a:lnTo>
                <a:lnTo>
                  <a:pt x="3" y="91"/>
                </a:lnTo>
                <a:lnTo>
                  <a:pt x="1" y="84"/>
                </a:lnTo>
                <a:lnTo>
                  <a:pt x="0" y="78"/>
                </a:lnTo>
                <a:lnTo>
                  <a:pt x="0" y="71"/>
                </a:lnTo>
                <a:lnTo>
                  <a:pt x="15" y="698"/>
                </a:lnTo>
                <a:lnTo>
                  <a:pt x="15" y="221"/>
                </a:lnTo>
                <a:lnTo>
                  <a:pt x="121" y="201"/>
                </a:lnTo>
                <a:lnTo>
                  <a:pt x="121" y="698"/>
                </a:lnTo>
                <a:lnTo>
                  <a:pt x="15" y="698"/>
                </a:lnTo>
                <a:lnTo>
                  <a:pt x="0" y="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7" name="Freeform 61"/>
          <p:cNvSpPr>
            <a:spLocks/>
          </p:cNvSpPr>
          <p:nvPr/>
        </p:nvSpPr>
        <p:spPr bwMode="auto">
          <a:xfrm>
            <a:off x="10039350" y="3027365"/>
            <a:ext cx="519113" cy="765175"/>
          </a:xfrm>
          <a:custGeom>
            <a:avLst/>
            <a:gdLst>
              <a:gd name="T0" fmla="*/ 2147483647 w 362"/>
              <a:gd name="T1" fmla="*/ 2147483647 h 511"/>
              <a:gd name="T2" fmla="*/ 2147483647 w 362"/>
              <a:gd name="T3" fmla="*/ 2147483647 h 511"/>
              <a:gd name="T4" fmla="*/ 2147483647 w 362"/>
              <a:gd name="T5" fmla="*/ 2147483647 h 511"/>
              <a:gd name="T6" fmla="*/ 2147483647 w 362"/>
              <a:gd name="T7" fmla="*/ 2147483647 h 511"/>
              <a:gd name="T8" fmla="*/ 2147483647 w 362"/>
              <a:gd name="T9" fmla="*/ 2147483647 h 511"/>
              <a:gd name="T10" fmla="*/ 2147483647 w 362"/>
              <a:gd name="T11" fmla="*/ 2147483647 h 511"/>
              <a:gd name="T12" fmla="*/ 2147483647 w 362"/>
              <a:gd name="T13" fmla="*/ 2147483647 h 511"/>
              <a:gd name="T14" fmla="*/ 2147483647 w 362"/>
              <a:gd name="T15" fmla="*/ 2147483647 h 511"/>
              <a:gd name="T16" fmla="*/ 2147483647 w 362"/>
              <a:gd name="T17" fmla="*/ 2147483647 h 511"/>
              <a:gd name="T18" fmla="*/ 2147483647 w 362"/>
              <a:gd name="T19" fmla="*/ 2147483647 h 511"/>
              <a:gd name="T20" fmla="*/ 0 w 362"/>
              <a:gd name="T21" fmla="*/ 2147483647 h 511"/>
              <a:gd name="T22" fmla="*/ 2147483647 w 362"/>
              <a:gd name="T23" fmla="*/ 2147483647 h 511"/>
              <a:gd name="T24" fmla="*/ 2147483647 w 362"/>
              <a:gd name="T25" fmla="*/ 2147483647 h 511"/>
              <a:gd name="T26" fmla="*/ 2147483647 w 362"/>
              <a:gd name="T27" fmla="*/ 2147483647 h 511"/>
              <a:gd name="T28" fmla="*/ 2147483647 w 362"/>
              <a:gd name="T29" fmla="*/ 2147483647 h 511"/>
              <a:gd name="T30" fmla="*/ 2147483647 w 362"/>
              <a:gd name="T31" fmla="*/ 2147483647 h 511"/>
              <a:gd name="T32" fmla="*/ 2147483647 w 362"/>
              <a:gd name="T33" fmla="*/ 2147483647 h 511"/>
              <a:gd name="T34" fmla="*/ 2147483647 w 362"/>
              <a:gd name="T35" fmla="*/ 2147483647 h 511"/>
              <a:gd name="T36" fmla="*/ 2147483647 w 362"/>
              <a:gd name="T37" fmla="*/ 2147483647 h 511"/>
              <a:gd name="T38" fmla="*/ 2147483647 w 362"/>
              <a:gd name="T39" fmla="*/ 2147483647 h 511"/>
              <a:gd name="T40" fmla="*/ 2147483647 w 362"/>
              <a:gd name="T41" fmla="*/ 2147483647 h 511"/>
              <a:gd name="T42" fmla="*/ 2147483647 w 362"/>
              <a:gd name="T43" fmla="*/ 2147483647 h 511"/>
              <a:gd name="T44" fmla="*/ 2147483647 w 362"/>
              <a:gd name="T45" fmla="*/ 2147483647 h 511"/>
              <a:gd name="T46" fmla="*/ 2147483647 w 362"/>
              <a:gd name="T47" fmla="*/ 2147483647 h 511"/>
              <a:gd name="T48" fmla="*/ 2147483647 w 362"/>
              <a:gd name="T49" fmla="*/ 2147483647 h 511"/>
              <a:gd name="T50" fmla="*/ 2147483647 w 362"/>
              <a:gd name="T51" fmla="*/ 2147483647 h 511"/>
              <a:gd name="T52" fmla="*/ 2147483647 w 362"/>
              <a:gd name="T53" fmla="*/ 2147483647 h 511"/>
              <a:gd name="T54" fmla="*/ 2147483647 w 362"/>
              <a:gd name="T55" fmla="*/ 2147483647 h 511"/>
              <a:gd name="T56" fmla="*/ 2147483647 w 362"/>
              <a:gd name="T57" fmla="*/ 2147483647 h 511"/>
              <a:gd name="T58" fmla="*/ 2147483647 w 362"/>
              <a:gd name="T59" fmla="*/ 2147483647 h 511"/>
              <a:gd name="T60" fmla="*/ 2147483647 w 362"/>
              <a:gd name="T61" fmla="*/ 2147483647 h 511"/>
              <a:gd name="T62" fmla="*/ 2147483647 w 362"/>
              <a:gd name="T63" fmla="*/ 2147483647 h 511"/>
              <a:gd name="T64" fmla="*/ 2147483647 w 362"/>
              <a:gd name="T65" fmla="*/ 2147483647 h 511"/>
              <a:gd name="T66" fmla="*/ 2147483647 w 362"/>
              <a:gd name="T67" fmla="*/ 2147483647 h 511"/>
              <a:gd name="T68" fmla="*/ 2147483647 w 362"/>
              <a:gd name="T69" fmla="*/ 2147483647 h 511"/>
              <a:gd name="T70" fmla="*/ 2147483647 w 362"/>
              <a:gd name="T71" fmla="*/ 2147483647 h 511"/>
              <a:gd name="T72" fmla="*/ 2147483647 w 362"/>
              <a:gd name="T73" fmla="*/ 2147483647 h 511"/>
              <a:gd name="T74" fmla="*/ 2147483647 w 362"/>
              <a:gd name="T75" fmla="*/ 2147483647 h 511"/>
              <a:gd name="T76" fmla="*/ 2147483647 w 362"/>
              <a:gd name="T77" fmla="*/ 2147483647 h 511"/>
              <a:gd name="T78" fmla="*/ 2147483647 w 362"/>
              <a:gd name="T79" fmla="*/ 2147483647 h 511"/>
              <a:gd name="T80" fmla="*/ 2147483647 w 362"/>
              <a:gd name="T81" fmla="*/ 2147483647 h 511"/>
              <a:gd name="T82" fmla="*/ 2147483647 w 362"/>
              <a:gd name="T83" fmla="*/ 2147483647 h 511"/>
              <a:gd name="T84" fmla="*/ 2147483647 w 362"/>
              <a:gd name="T85" fmla="*/ 2147483647 h 511"/>
              <a:gd name="T86" fmla="*/ 2147483647 w 362"/>
              <a:gd name="T87" fmla="*/ 2147483647 h 511"/>
              <a:gd name="T88" fmla="*/ 2147483647 w 362"/>
              <a:gd name="T89" fmla="*/ 2147483647 h 511"/>
              <a:gd name="T90" fmla="*/ 2147483647 w 362"/>
              <a:gd name="T91" fmla="*/ 2147483647 h 511"/>
              <a:gd name="T92" fmla="*/ 2147483647 w 362"/>
              <a:gd name="T93" fmla="*/ 2147483647 h 511"/>
              <a:gd name="T94" fmla="*/ 2147483647 w 362"/>
              <a:gd name="T95" fmla="*/ 2147483647 h 511"/>
              <a:gd name="T96" fmla="*/ 2147483647 w 362"/>
              <a:gd name="T97" fmla="*/ 2147483647 h 511"/>
              <a:gd name="T98" fmla="*/ 2147483647 w 362"/>
              <a:gd name="T99" fmla="*/ 2147483647 h 511"/>
              <a:gd name="T100" fmla="*/ 2147483647 w 362"/>
              <a:gd name="T101" fmla="*/ 2147483647 h 511"/>
              <a:gd name="T102" fmla="*/ 2147483647 w 362"/>
              <a:gd name="T103" fmla="*/ 2147483647 h 511"/>
              <a:gd name="T104" fmla="*/ 2147483647 w 362"/>
              <a:gd name="T105" fmla="*/ 2147483647 h 51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362" h="511">
                <a:moveTo>
                  <a:pt x="206" y="511"/>
                </a:moveTo>
                <a:lnTo>
                  <a:pt x="194" y="510"/>
                </a:lnTo>
                <a:lnTo>
                  <a:pt x="183" y="509"/>
                </a:lnTo>
                <a:lnTo>
                  <a:pt x="171" y="508"/>
                </a:lnTo>
                <a:lnTo>
                  <a:pt x="159" y="506"/>
                </a:lnTo>
                <a:lnTo>
                  <a:pt x="149" y="504"/>
                </a:lnTo>
                <a:lnTo>
                  <a:pt x="138" y="501"/>
                </a:lnTo>
                <a:lnTo>
                  <a:pt x="128" y="497"/>
                </a:lnTo>
                <a:lnTo>
                  <a:pt x="118" y="494"/>
                </a:lnTo>
                <a:lnTo>
                  <a:pt x="109" y="489"/>
                </a:lnTo>
                <a:lnTo>
                  <a:pt x="100" y="484"/>
                </a:lnTo>
                <a:lnTo>
                  <a:pt x="91" y="479"/>
                </a:lnTo>
                <a:lnTo>
                  <a:pt x="83" y="473"/>
                </a:lnTo>
                <a:lnTo>
                  <a:pt x="75" y="467"/>
                </a:lnTo>
                <a:lnTo>
                  <a:pt x="68" y="459"/>
                </a:lnTo>
                <a:lnTo>
                  <a:pt x="60" y="452"/>
                </a:lnTo>
                <a:lnTo>
                  <a:pt x="54" y="445"/>
                </a:lnTo>
                <a:lnTo>
                  <a:pt x="47" y="436"/>
                </a:lnTo>
                <a:lnTo>
                  <a:pt x="41" y="427"/>
                </a:lnTo>
                <a:lnTo>
                  <a:pt x="36" y="418"/>
                </a:lnTo>
                <a:lnTo>
                  <a:pt x="31" y="409"/>
                </a:lnTo>
                <a:lnTo>
                  <a:pt x="25" y="399"/>
                </a:lnTo>
                <a:lnTo>
                  <a:pt x="22" y="389"/>
                </a:lnTo>
                <a:lnTo>
                  <a:pt x="17" y="377"/>
                </a:lnTo>
                <a:lnTo>
                  <a:pt x="13" y="366"/>
                </a:lnTo>
                <a:lnTo>
                  <a:pt x="10" y="354"/>
                </a:lnTo>
                <a:lnTo>
                  <a:pt x="7" y="342"/>
                </a:lnTo>
                <a:lnTo>
                  <a:pt x="5" y="330"/>
                </a:lnTo>
                <a:lnTo>
                  <a:pt x="4" y="316"/>
                </a:lnTo>
                <a:lnTo>
                  <a:pt x="2" y="304"/>
                </a:lnTo>
                <a:lnTo>
                  <a:pt x="1" y="290"/>
                </a:lnTo>
                <a:lnTo>
                  <a:pt x="0" y="275"/>
                </a:lnTo>
                <a:lnTo>
                  <a:pt x="0" y="261"/>
                </a:lnTo>
                <a:lnTo>
                  <a:pt x="0" y="245"/>
                </a:lnTo>
                <a:lnTo>
                  <a:pt x="1" y="229"/>
                </a:lnTo>
                <a:lnTo>
                  <a:pt x="3" y="214"/>
                </a:lnTo>
                <a:lnTo>
                  <a:pt x="4" y="200"/>
                </a:lnTo>
                <a:lnTo>
                  <a:pt x="7" y="185"/>
                </a:lnTo>
                <a:lnTo>
                  <a:pt x="10" y="171"/>
                </a:lnTo>
                <a:lnTo>
                  <a:pt x="14" y="159"/>
                </a:lnTo>
                <a:lnTo>
                  <a:pt x="18" y="146"/>
                </a:lnTo>
                <a:lnTo>
                  <a:pt x="23" y="134"/>
                </a:lnTo>
                <a:lnTo>
                  <a:pt x="28" y="123"/>
                </a:lnTo>
                <a:lnTo>
                  <a:pt x="34" y="112"/>
                </a:lnTo>
                <a:lnTo>
                  <a:pt x="39" y="101"/>
                </a:lnTo>
                <a:lnTo>
                  <a:pt x="45" y="91"/>
                </a:lnTo>
                <a:lnTo>
                  <a:pt x="52" y="82"/>
                </a:lnTo>
                <a:lnTo>
                  <a:pt x="59" y="73"/>
                </a:lnTo>
                <a:lnTo>
                  <a:pt x="66" y="65"/>
                </a:lnTo>
                <a:lnTo>
                  <a:pt x="74" y="57"/>
                </a:lnTo>
                <a:lnTo>
                  <a:pt x="82" y="49"/>
                </a:lnTo>
                <a:lnTo>
                  <a:pt x="90" y="42"/>
                </a:lnTo>
                <a:lnTo>
                  <a:pt x="98" y="36"/>
                </a:lnTo>
                <a:lnTo>
                  <a:pt x="107" y="30"/>
                </a:lnTo>
                <a:lnTo>
                  <a:pt x="116" y="25"/>
                </a:lnTo>
                <a:lnTo>
                  <a:pt x="126" y="21"/>
                </a:lnTo>
                <a:lnTo>
                  <a:pt x="135" y="16"/>
                </a:lnTo>
                <a:lnTo>
                  <a:pt x="145" y="13"/>
                </a:lnTo>
                <a:lnTo>
                  <a:pt x="154" y="9"/>
                </a:lnTo>
                <a:lnTo>
                  <a:pt x="164" y="7"/>
                </a:lnTo>
                <a:lnTo>
                  <a:pt x="174" y="4"/>
                </a:lnTo>
                <a:lnTo>
                  <a:pt x="184" y="2"/>
                </a:lnTo>
                <a:lnTo>
                  <a:pt x="194" y="1"/>
                </a:lnTo>
                <a:lnTo>
                  <a:pt x="204" y="1"/>
                </a:lnTo>
                <a:lnTo>
                  <a:pt x="214" y="0"/>
                </a:lnTo>
                <a:lnTo>
                  <a:pt x="233" y="1"/>
                </a:lnTo>
                <a:lnTo>
                  <a:pt x="251" y="3"/>
                </a:lnTo>
                <a:lnTo>
                  <a:pt x="260" y="4"/>
                </a:lnTo>
                <a:lnTo>
                  <a:pt x="268" y="7"/>
                </a:lnTo>
                <a:lnTo>
                  <a:pt x="276" y="9"/>
                </a:lnTo>
                <a:lnTo>
                  <a:pt x="285" y="12"/>
                </a:lnTo>
                <a:lnTo>
                  <a:pt x="293" y="15"/>
                </a:lnTo>
                <a:lnTo>
                  <a:pt x="301" y="19"/>
                </a:lnTo>
                <a:lnTo>
                  <a:pt x="308" y="23"/>
                </a:lnTo>
                <a:lnTo>
                  <a:pt x="317" y="27"/>
                </a:lnTo>
                <a:lnTo>
                  <a:pt x="325" y="33"/>
                </a:lnTo>
                <a:lnTo>
                  <a:pt x="332" y="39"/>
                </a:lnTo>
                <a:lnTo>
                  <a:pt x="341" y="46"/>
                </a:lnTo>
                <a:lnTo>
                  <a:pt x="349" y="53"/>
                </a:lnTo>
                <a:lnTo>
                  <a:pt x="296" y="123"/>
                </a:lnTo>
                <a:lnTo>
                  <a:pt x="285" y="114"/>
                </a:lnTo>
                <a:lnTo>
                  <a:pt x="275" y="106"/>
                </a:lnTo>
                <a:lnTo>
                  <a:pt x="265" y="100"/>
                </a:lnTo>
                <a:lnTo>
                  <a:pt x="255" y="94"/>
                </a:lnTo>
                <a:lnTo>
                  <a:pt x="244" y="91"/>
                </a:lnTo>
                <a:lnTo>
                  <a:pt x="235" y="88"/>
                </a:lnTo>
                <a:lnTo>
                  <a:pt x="224" y="86"/>
                </a:lnTo>
                <a:lnTo>
                  <a:pt x="214" y="86"/>
                </a:lnTo>
                <a:lnTo>
                  <a:pt x="208" y="86"/>
                </a:lnTo>
                <a:lnTo>
                  <a:pt x="202" y="86"/>
                </a:lnTo>
                <a:lnTo>
                  <a:pt x="196" y="88"/>
                </a:lnTo>
                <a:lnTo>
                  <a:pt x="190" y="89"/>
                </a:lnTo>
                <a:lnTo>
                  <a:pt x="185" y="91"/>
                </a:lnTo>
                <a:lnTo>
                  <a:pt x="179" y="93"/>
                </a:lnTo>
                <a:lnTo>
                  <a:pt x="174" y="95"/>
                </a:lnTo>
                <a:lnTo>
                  <a:pt x="169" y="98"/>
                </a:lnTo>
                <a:lnTo>
                  <a:pt x="164" y="101"/>
                </a:lnTo>
                <a:lnTo>
                  <a:pt x="159" y="105"/>
                </a:lnTo>
                <a:lnTo>
                  <a:pt x="155" y="109"/>
                </a:lnTo>
                <a:lnTo>
                  <a:pt x="151" y="114"/>
                </a:lnTo>
                <a:lnTo>
                  <a:pt x="148" y="118"/>
                </a:lnTo>
                <a:lnTo>
                  <a:pt x="144" y="124"/>
                </a:lnTo>
                <a:lnTo>
                  <a:pt x="140" y="129"/>
                </a:lnTo>
                <a:lnTo>
                  <a:pt x="137" y="135"/>
                </a:lnTo>
                <a:lnTo>
                  <a:pt x="133" y="147"/>
                </a:lnTo>
                <a:lnTo>
                  <a:pt x="128" y="160"/>
                </a:lnTo>
                <a:lnTo>
                  <a:pt x="124" y="174"/>
                </a:lnTo>
                <a:lnTo>
                  <a:pt x="122" y="191"/>
                </a:lnTo>
                <a:lnTo>
                  <a:pt x="120" y="208"/>
                </a:lnTo>
                <a:lnTo>
                  <a:pt x="118" y="227"/>
                </a:lnTo>
                <a:lnTo>
                  <a:pt x="118" y="248"/>
                </a:lnTo>
                <a:lnTo>
                  <a:pt x="117" y="270"/>
                </a:lnTo>
                <a:lnTo>
                  <a:pt x="118" y="293"/>
                </a:lnTo>
                <a:lnTo>
                  <a:pt x="119" y="315"/>
                </a:lnTo>
                <a:lnTo>
                  <a:pt x="121" y="334"/>
                </a:lnTo>
                <a:lnTo>
                  <a:pt x="125" y="352"/>
                </a:lnTo>
                <a:lnTo>
                  <a:pt x="127" y="360"/>
                </a:lnTo>
                <a:lnTo>
                  <a:pt x="130" y="367"/>
                </a:lnTo>
                <a:lnTo>
                  <a:pt x="133" y="375"/>
                </a:lnTo>
                <a:lnTo>
                  <a:pt x="136" y="380"/>
                </a:lnTo>
                <a:lnTo>
                  <a:pt x="139" y="386"/>
                </a:lnTo>
                <a:lnTo>
                  <a:pt x="142" y="392"/>
                </a:lnTo>
                <a:lnTo>
                  <a:pt x="146" y="398"/>
                </a:lnTo>
                <a:lnTo>
                  <a:pt x="150" y="402"/>
                </a:lnTo>
                <a:lnTo>
                  <a:pt x="156" y="408"/>
                </a:lnTo>
                <a:lnTo>
                  <a:pt x="162" y="414"/>
                </a:lnTo>
                <a:lnTo>
                  <a:pt x="170" y="418"/>
                </a:lnTo>
                <a:lnTo>
                  <a:pt x="178" y="423"/>
                </a:lnTo>
                <a:lnTo>
                  <a:pt x="186" y="426"/>
                </a:lnTo>
                <a:lnTo>
                  <a:pt x="195" y="428"/>
                </a:lnTo>
                <a:lnTo>
                  <a:pt x="204" y="430"/>
                </a:lnTo>
                <a:lnTo>
                  <a:pt x="214" y="430"/>
                </a:lnTo>
                <a:lnTo>
                  <a:pt x="221" y="430"/>
                </a:lnTo>
                <a:lnTo>
                  <a:pt x="227" y="429"/>
                </a:lnTo>
                <a:lnTo>
                  <a:pt x="233" y="428"/>
                </a:lnTo>
                <a:lnTo>
                  <a:pt x="239" y="427"/>
                </a:lnTo>
                <a:lnTo>
                  <a:pt x="252" y="423"/>
                </a:lnTo>
                <a:lnTo>
                  <a:pt x="264" y="418"/>
                </a:lnTo>
                <a:lnTo>
                  <a:pt x="276" y="411"/>
                </a:lnTo>
                <a:lnTo>
                  <a:pt x="288" y="403"/>
                </a:lnTo>
                <a:lnTo>
                  <a:pt x="300" y="393"/>
                </a:lnTo>
                <a:lnTo>
                  <a:pt x="312" y="382"/>
                </a:lnTo>
                <a:lnTo>
                  <a:pt x="362" y="446"/>
                </a:lnTo>
                <a:lnTo>
                  <a:pt x="354" y="454"/>
                </a:lnTo>
                <a:lnTo>
                  <a:pt x="345" y="462"/>
                </a:lnTo>
                <a:lnTo>
                  <a:pt x="337" y="468"/>
                </a:lnTo>
                <a:lnTo>
                  <a:pt x="328" y="475"/>
                </a:lnTo>
                <a:lnTo>
                  <a:pt x="320" y="481"/>
                </a:lnTo>
                <a:lnTo>
                  <a:pt x="311" y="486"/>
                </a:lnTo>
                <a:lnTo>
                  <a:pt x="302" y="491"/>
                </a:lnTo>
                <a:lnTo>
                  <a:pt x="292" y="495"/>
                </a:lnTo>
                <a:lnTo>
                  <a:pt x="282" y="499"/>
                </a:lnTo>
                <a:lnTo>
                  <a:pt x="273" y="502"/>
                </a:lnTo>
                <a:lnTo>
                  <a:pt x="262" y="505"/>
                </a:lnTo>
                <a:lnTo>
                  <a:pt x="252" y="507"/>
                </a:lnTo>
                <a:lnTo>
                  <a:pt x="241" y="509"/>
                </a:lnTo>
                <a:lnTo>
                  <a:pt x="230" y="509"/>
                </a:lnTo>
                <a:lnTo>
                  <a:pt x="218" y="510"/>
                </a:lnTo>
                <a:lnTo>
                  <a:pt x="206" y="5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8" name="Freeform 62"/>
          <p:cNvSpPr>
            <a:spLocks/>
          </p:cNvSpPr>
          <p:nvPr/>
        </p:nvSpPr>
        <p:spPr bwMode="auto">
          <a:xfrm>
            <a:off x="10653713" y="2727325"/>
            <a:ext cx="198437" cy="1046163"/>
          </a:xfrm>
          <a:custGeom>
            <a:avLst/>
            <a:gdLst>
              <a:gd name="T0" fmla="*/ 0 w 139"/>
              <a:gd name="T1" fmla="*/ 2147483647 h 698"/>
              <a:gd name="T2" fmla="*/ 2147483647 w 139"/>
              <a:gd name="T3" fmla="*/ 2147483647 h 698"/>
              <a:gd name="T4" fmla="*/ 2147483647 w 139"/>
              <a:gd name="T5" fmla="*/ 2147483647 h 698"/>
              <a:gd name="T6" fmla="*/ 2147483647 w 139"/>
              <a:gd name="T7" fmla="*/ 2147483647 h 698"/>
              <a:gd name="T8" fmla="*/ 2147483647 w 139"/>
              <a:gd name="T9" fmla="*/ 2147483647 h 698"/>
              <a:gd name="T10" fmla="*/ 2147483647 w 139"/>
              <a:gd name="T11" fmla="*/ 2147483647 h 698"/>
              <a:gd name="T12" fmla="*/ 2147483647 w 139"/>
              <a:gd name="T13" fmla="*/ 2147483647 h 698"/>
              <a:gd name="T14" fmla="*/ 2147483647 w 139"/>
              <a:gd name="T15" fmla="*/ 0 h 698"/>
              <a:gd name="T16" fmla="*/ 2147483647 w 139"/>
              <a:gd name="T17" fmla="*/ 0 h 698"/>
              <a:gd name="T18" fmla="*/ 2147483647 w 139"/>
              <a:gd name="T19" fmla="*/ 2147483647 h 698"/>
              <a:gd name="T20" fmla="*/ 2147483647 w 139"/>
              <a:gd name="T21" fmla="*/ 2147483647 h 698"/>
              <a:gd name="T22" fmla="*/ 2147483647 w 139"/>
              <a:gd name="T23" fmla="*/ 2147483647 h 698"/>
              <a:gd name="T24" fmla="*/ 2147483647 w 139"/>
              <a:gd name="T25" fmla="*/ 2147483647 h 698"/>
              <a:gd name="T26" fmla="*/ 2147483647 w 139"/>
              <a:gd name="T27" fmla="*/ 2147483647 h 698"/>
              <a:gd name="T28" fmla="*/ 2147483647 w 139"/>
              <a:gd name="T29" fmla="*/ 2147483647 h 698"/>
              <a:gd name="T30" fmla="*/ 2147483647 w 139"/>
              <a:gd name="T31" fmla="*/ 2147483647 h 698"/>
              <a:gd name="T32" fmla="*/ 2147483647 w 139"/>
              <a:gd name="T33" fmla="*/ 2147483647 h 698"/>
              <a:gd name="T34" fmla="*/ 2147483647 w 139"/>
              <a:gd name="T35" fmla="*/ 2147483647 h 698"/>
              <a:gd name="T36" fmla="*/ 2147483647 w 139"/>
              <a:gd name="T37" fmla="*/ 2147483647 h 698"/>
              <a:gd name="T38" fmla="*/ 2147483647 w 139"/>
              <a:gd name="T39" fmla="*/ 2147483647 h 698"/>
              <a:gd name="T40" fmla="*/ 2147483647 w 139"/>
              <a:gd name="T41" fmla="*/ 2147483647 h 698"/>
              <a:gd name="T42" fmla="*/ 2147483647 w 139"/>
              <a:gd name="T43" fmla="*/ 2147483647 h 698"/>
              <a:gd name="T44" fmla="*/ 2147483647 w 139"/>
              <a:gd name="T45" fmla="*/ 2147483647 h 698"/>
              <a:gd name="T46" fmla="*/ 2147483647 w 139"/>
              <a:gd name="T47" fmla="*/ 2147483647 h 698"/>
              <a:gd name="T48" fmla="*/ 2147483647 w 139"/>
              <a:gd name="T49" fmla="*/ 2147483647 h 698"/>
              <a:gd name="T50" fmla="*/ 2147483647 w 139"/>
              <a:gd name="T51" fmla="*/ 2147483647 h 698"/>
              <a:gd name="T52" fmla="*/ 2147483647 w 139"/>
              <a:gd name="T53" fmla="*/ 2147483647 h 698"/>
              <a:gd name="T54" fmla="*/ 2147483647 w 139"/>
              <a:gd name="T55" fmla="*/ 2147483647 h 698"/>
              <a:gd name="T56" fmla="*/ 2147483647 w 139"/>
              <a:gd name="T57" fmla="*/ 2147483647 h 698"/>
              <a:gd name="T58" fmla="*/ 2147483647 w 139"/>
              <a:gd name="T59" fmla="*/ 2147483647 h 698"/>
              <a:gd name="T60" fmla="*/ 2147483647 w 139"/>
              <a:gd name="T61" fmla="*/ 2147483647 h 698"/>
              <a:gd name="T62" fmla="*/ 0 w 139"/>
              <a:gd name="T63" fmla="*/ 2147483647 h 698"/>
              <a:gd name="T64" fmla="*/ 0 w 139"/>
              <a:gd name="T65" fmla="*/ 2147483647 h 698"/>
              <a:gd name="T66" fmla="*/ 2147483647 w 139"/>
              <a:gd name="T67" fmla="*/ 2147483647 h 698"/>
              <a:gd name="T68" fmla="*/ 2147483647 w 139"/>
              <a:gd name="T69" fmla="*/ 2147483647 h 698"/>
              <a:gd name="T70" fmla="*/ 2147483647 w 139"/>
              <a:gd name="T71" fmla="*/ 2147483647 h 69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39" h="698">
                <a:moveTo>
                  <a:pt x="0" y="71"/>
                </a:moveTo>
                <a:lnTo>
                  <a:pt x="0" y="64"/>
                </a:lnTo>
                <a:lnTo>
                  <a:pt x="1" y="56"/>
                </a:lnTo>
                <a:lnTo>
                  <a:pt x="3" y="49"/>
                </a:lnTo>
                <a:lnTo>
                  <a:pt x="6" y="43"/>
                </a:lnTo>
                <a:lnTo>
                  <a:pt x="9" y="37"/>
                </a:lnTo>
                <a:lnTo>
                  <a:pt x="12" y="31"/>
                </a:lnTo>
                <a:lnTo>
                  <a:pt x="16" y="26"/>
                </a:lnTo>
                <a:lnTo>
                  <a:pt x="21" y="20"/>
                </a:lnTo>
                <a:lnTo>
                  <a:pt x="25" y="16"/>
                </a:lnTo>
                <a:lnTo>
                  <a:pt x="31" y="11"/>
                </a:lnTo>
                <a:lnTo>
                  <a:pt x="36" y="9"/>
                </a:lnTo>
                <a:lnTo>
                  <a:pt x="43" y="6"/>
                </a:lnTo>
                <a:lnTo>
                  <a:pt x="49" y="3"/>
                </a:lnTo>
                <a:lnTo>
                  <a:pt x="56" y="1"/>
                </a:lnTo>
                <a:lnTo>
                  <a:pt x="63" y="0"/>
                </a:lnTo>
                <a:lnTo>
                  <a:pt x="71" y="0"/>
                </a:lnTo>
                <a:lnTo>
                  <a:pt x="77" y="0"/>
                </a:lnTo>
                <a:lnTo>
                  <a:pt x="84" y="1"/>
                </a:lnTo>
                <a:lnTo>
                  <a:pt x="91" y="3"/>
                </a:lnTo>
                <a:lnTo>
                  <a:pt x="97" y="6"/>
                </a:lnTo>
                <a:lnTo>
                  <a:pt x="103" y="8"/>
                </a:lnTo>
                <a:lnTo>
                  <a:pt x="109" y="11"/>
                </a:lnTo>
                <a:lnTo>
                  <a:pt x="114" y="16"/>
                </a:lnTo>
                <a:lnTo>
                  <a:pt x="119" y="20"/>
                </a:lnTo>
                <a:lnTo>
                  <a:pt x="123" y="25"/>
                </a:lnTo>
                <a:lnTo>
                  <a:pt x="127" y="31"/>
                </a:lnTo>
                <a:lnTo>
                  <a:pt x="131" y="36"/>
                </a:lnTo>
                <a:lnTo>
                  <a:pt x="134" y="43"/>
                </a:lnTo>
                <a:lnTo>
                  <a:pt x="136" y="49"/>
                </a:lnTo>
                <a:lnTo>
                  <a:pt x="138" y="56"/>
                </a:lnTo>
                <a:lnTo>
                  <a:pt x="139" y="64"/>
                </a:lnTo>
                <a:lnTo>
                  <a:pt x="139" y="71"/>
                </a:lnTo>
                <a:lnTo>
                  <a:pt x="139" y="78"/>
                </a:lnTo>
                <a:lnTo>
                  <a:pt x="138" y="84"/>
                </a:lnTo>
                <a:lnTo>
                  <a:pt x="136" y="91"/>
                </a:lnTo>
                <a:lnTo>
                  <a:pt x="134" y="98"/>
                </a:lnTo>
                <a:lnTo>
                  <a:pt x="131" y="104"/>
                </a:lnTo>
                <a:lnTo>
                  <a:pt x="127" y="110"/>
                </a:lnTo>
                <a:lnTo>
                  <a:pt x="123" y="115"/>
                </a:lnTo>
                <a:lnTo>
                  <a:pt x="119" y="120"/>
                </a:lnTo>
                <a:lnTo>
                  <a:pt x="114" y="125"/>
                </a:lnTo>
                <a:lnTo>
                  <a:pt x="108" y="128"/>
                </a:lnTo>
                <a:lnTo>
                  <a:pt x="103" y="132"/>
                </a:lnTo>
                <a:lnTo>
                  <a:pt x="96" y="135"/>
                </a:lnTo>
                <a:lnTo>
                  <a:pt x="89" y="137"/>
                </a:lnTo>
                <a:lnTo>
                  <a:pt x="82" y="140"/>
                </a:lnTo>
                <a:lnTo>
                  <a:pt x="76" y="140"/>
                </a:lnTo>
                <a:lnTo>
                  <a:pt x="68" y="141"/>
                </a:lnTo>
                <a:lnTo>
                  <a:pt x="62" y="140"/>
                </a:lnTo>
                <a:lnTo>
                  <a:pt x="54" y="140"/>
                </a:lnTo>
                <a:lnTo>
                  <a:pt x="47" y="137"/>
                </a:lnTo>
                <a:lnTo>
                  <a:pt x="41" y="135"/>
                </a:lnTo>
                <a:lnTo>
                  <a:pt x="35" y="132"/>
                </a:lnTo>
                <a:lnTo>
                  <a:pt x="30" y="128"/>
                </a:lnTo>
                <a:lnTo>
                  <a:pt x="24" y="125"/>
                </a:lnTo>
                <a:lnTo>
                  <a:pt x="20" y="120"/>
                </a:lnTo>
                <a:lnTo>
                  <a:pt x="15" y="115"/>
                </a:lnTo>
                <a:lnTo>
                  <a:pt x="12" y="110"/>
                </a:lnTo>
                <a:lnTo>
                  <a:pt x="8" y="104"/>
                </a:lnTo>
                <a:lnTo>
                  <a:pt x="6" y="98"/>
                </a:lnTo>
                <a:lnTo>
                  <a:pt x="3" y="91"/>
                </a:lnTo>
                <a:lnTo>
                  <a:pt x="1" y="84"/>
                </a:lnTo>
                <a:lnTo>
                  <a:pt x="0" y="78"/>
                </a:lnTo>
                <a:lnTo>
                  <a:pt x="0" y="71"/>
                </a:lnTo>
                <a:lnTo>
                  <a:pt x="15" y="698"/>
                </a:lnTo>
                <a:lnTo>
                  <a:pt x="15" y="221"/>
                </a:lnTo>
                <a:lnTo>
                  <a:pt x="122" y="201"/>
                </a:lnTo>
                <a:lnTo>
                  <a:pt x="122" y="698"/>
                </a:lnTo>
                <a:lnTo>
                  <a:pt x="15" y="698"/>
                </a:lnTo>
                <a:lnTo>
                  <a:pt x="0" y="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69" name="Freeform 63"/>
          <p:cNvSpPr>
            <a:spLocks/>
          </p:cNvSpPr>
          <p:nvPr/>
        </p:nvSpPr>
        <p:spPr bwMode="auto">
          <a:xfrm>
            <a:off x="10999788" y="3025777"/>
            <a:ext cx="558800" cy="747713"/>
          </a:xfrm>
          <a:custGeom>
            <a:avLst/>
            <a:gdLst>
              <a:gd name="T0" fmla="*/ 2147483647 w 389"/>
              <a:gd name="T1" fmla="*/ 2147483647 h 499"/>
              <a:gd name="T2" fmla="*/ 2147483647 w 389"/>
              <a:gd name="T3" fmla="*/ 2147483647 h 499"/>
              <a:gd name="T4" fmla="*/ 2147483647 w 389"/>
              <a:gd name="T5" fmla="*/ 2147483647 h 499"/>
              <a:gd name="T6" fmla="*/ 2147483647 w 389"/>
              <a:gd name="T7" fmla="*/ 2147483647 h 499"/>
              <a:gd name="T8" fmla="*/ 2147483647 w 389"/>
              <a:gd name="T9" fmla="*/ 2147483647 h 499"/>
              <a:gd name="T10" fmla="*/ 2147483647 w 389"/>
              <a:gd name="T11" fmla="*/ 2147483647 h 499"/>
              <a:gd name="T12" fmla="*/ 2147483647 w 389"/>
              <a:gd name="T13" fmla="*/ 2147483647 h 499"/>
              <a:gd name="T14" fmla="*/ 2147483647 w 389"/>
              <a:gd name="T15" fmla="*/ 2147483647 h 499"/>
              <a:gd name="T16" fmla="*/ 2147483647 w 389"/>
              <a:gd name="T17" fmla="*/ 2147483647 h 499"/>
              <a:gd name="T18" fmla="*/ 2147483647 w 389"/>
              <a:gd name="T19" fmla="*/ 2147483647 h 499"/>
              <a:gd name="T20" fmla="*/ 2147483647 w 389"/>
              <a:gd name="T21" fmla="*/ 2147483647 h 499"/>
              <a:gd name="T22" fmla="*/ 2147483647 w 389"/>
              <a:gd name="T23" fmla="*/ 2147483647 h 499"/>
              <a:gd name="T24" fmla="*/ 2147483647 w 389"/>
              <a:gd name="T25" fmla="*/ 2147483647 h 499"/>
              <a:gd name="T26" fmla="*/ 2147483647 w 389"/>
              <a:gd name="T27" fmla="*/ 2147483647 h 499"/>
              <a:gd name="T28" fmla="*/ 2147483647 w 389"/>
              <a:gd name="T29" fmla="*/ 2147483647 h 499"/>
              <a:gd name="T30" fmla="*/ 2147483647 w 389"/>
              <a:gd name="T31" fmla="*/ 2147483647 h 499"/>
              <a:gd name="T32" fmla="*/ 2147483647 w 389"/>
              <a:gd name="T33" fmla="*/ 2147483647 h 499"/>
              <a:gd name="T34" fmla="*/ 2147483647 w 389"/>
              <a:gd name="T35" fmla="*/ 2147483647 h 499"/>
              <a:gd name="T36" fmla="*/ 2147483647 w 389"/>
              <a:gd name="T37" fmla="*/ 2147483647 h 499"/>
              <a:gd name="T38" fmla="*/ 2147483647 w 389"/>
              <a:gd name="T39" fmla="*/ 0 h 499"/>
              <a:gd name="T40" fmla="*/ 2147483647 w 389"/>
              <a:gd name="T41" fmla="*/ 2147483647 h 499"/>
              <a:gd name="T42" fmla="*/ 2147483647 w 389"/>
              <a:gd name="T43" fmla="*/ 2147483647 h 499"/>
              <a:gd name="T44" fmla="*/ 2147483647 w 389"/>
              <a:gd name="T45" fmla="*/ 2147483647 h 499"/>
              <a:gd name="T46" fmla="*/ 2147483647 w 389"/>
              <a:gd name="T47" fmla="*/ 2147483647 h 499"/>
              <a:gd name="T48" fmla="*/ 2147483647 w 389"/>
              <a:gd name="T49" fmla="*/ 2147483647 h 499"/>
              <a:gd name="T50" fmla="*/ 2147483647 w 389"/>
              <a:gd name="T51" fmla="*/ 2147483647 h 499"/>
              <a:gd name="T52" fmla="*/ 2147483647 w 389"/>
              <a:gd name="T53" fmla="*/ 2147483647 h 499"/>
              <a:gd name="T54" fmla="*/ 2147483647 w 389"/>
              <a:gd name="T55" fmla="*/ 2147483647 h 499"/>
              <a:gd name="T56" fmla="*/ 2147483647 w 389"/>
              <a:gd name="T57" fmla="*/ 2147483647 h 499"/>
              <a:gd name="T58" fmla="*/ 2147483647 w 389"/>
              <a:gd name="T59" fmla="*/ 2147483647 h 499"/>
              <a:gd name="T60" fmla="*/ 2147483647 w 389"/>
              <a:gd name="T61" fmla="*/ 2147483647 h 499"/>
              <a:gd name="T62" fmla="*/ 2147483647 w 389"/>
              <a:gd name="T63" fmla="*/ 2147483647 h 499"/>
              <a:gd name="T64" fmla="*/ 2147483647 w 389"/>
              <a:gd name="T65" fmla="*/ 2147483647 h 499"/>
              <a:gd name="T66" fmla="*/ 2147483647 w 389"/>
              <a:gd name="T67" fmla="*/ 2147483647 h 499"/>
              <a:gd name="T68" fmla="*/ 2147483647 w 389"/>
              <a:gd name="T69" fmla="*/ 2147483647 h 499"/>
              <a:gd name="T70" fmla="*/ 2147483647 w 389"/>
              <a:gd name="T71" fmla="*/ 2147483647 h 499"/>
              <a:gd name="T72" fmla="*/ 2147483647 w 389"/>
              <a:gd name="T73" fmla="*/ 2147483647 h 499"/>
              <a:gd name="T74" fmla="*/ 2147483647 w 389"/>
              <a:gd name="T75" fmla="*/ 2147483647 h 499"/>
              <a:gd name="T76" fmla="*/ 2147483647 w 389"/>
              <a:gd name="T77" fmla="*/ 2147483647 h 499"/>
              <a:gd name="T78" fmla="*/ 2147483647 w 389"/>
              <a:gd name="T79" fmla="*/ 2147483647 h 49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89" h="499">
                <a:moveTo>
                  <a:pt x="285" y="499"/>
                </a:moveTo>
                <a:lnTo>
                  <a:pt x="285" y="177"/>
                </a:lnTo>
                <a:lnTo>
                  <a:pt x="284" y="165"/>
                </a:lnTo>
                <a:lnTo>
                  <a:pt x="284" y="154"/>
                </a:lnTo>
                <a:lnTo>
                  <a:pt x="282" y="145"/>
                </a:lnTo>
                <a:lnTo>
                  <a:pt x="281" y="136"/>
                </a:lnTo>
                <a:lnTo>
                  <a:pt x="279" y="128"/>
                </a:lnTo>
                <a:lnTo>
                  <a:pt x="277" y="121"/>
                </a:lnTo>
                <a:lnTo>
                  <a:pt x="275" y="115"/>
                </a:lnTo>
                <a:lnTo>
                  <a:pt x="271" y="110"/>
                </a:lnTo>
                <a:lnTo>
                  <a:pt x="268" y="105"/>
                </a:lnTo>
                <a:lnTo>
                  <a:pt x="264" y="101"/>
                </a:lnTo>
                <a:lnTo>
                  <a:pt x="259" y="98"/>
                </a:lnTo>
                <a:lnTo>
                  <a:pt x="254" y="96"/>
                </a:lnTo>
                <a:lnTo>
                  <a:pt x="249" y="95"/>
                </a:lnTo>
                <a:lnTo>
                  <a:pt x="243" y="93"/>
                </a:lnTo>
                <a:lnTo>
                  <a:pt x="236" y="93"/>
                </a:lnTo>
                <a:lnTo>
                  <a:pt x="229" y="93"/>
                </a:lnTo>
                <a:lnTo>
                  <a:pt x="223" y="93"/>
                </a:lnTo>
                <a:lnTo>
                  <a:pt x="217" y="93"/>
                </a:lnTo>
                <a:lnTo>
                  <a:pt x="210" y="95"/>
                </a:lnTo>
                <a:lnTo>
                  <a:pt x="203" y="96"/>
                </a:lnTo>
                <a:lnTo>
                  <a:pt x="190" y="101"/>
                </a:lnTo>
                <a:lnTo>
                  <a:pt x="176" y="108"/>
                </a:lnTo>
                <a:lnTo>
                  <a:pt x="162" y="116"/>
                </a:lnTo>
                <a:lnTo>
                  <a:pt x="147" y="125"/>
                </a:lnTo>
                <a:lnTo>
                  <a:pt x="134" y="136"/>
                </a:lnTo>
                <a:lnTo>
                  <a:pt x="122" y="147"/>
                </a:lnTo>
                <a:lnTo>
                  <a:pt x="122" y="499"/>
                </a:lnTo>
                <a:lnTo>
                  <a:pt x="19" y="499"/>
                </a:lnTo>
                <a:lnTo>
                  <a:pt x="19" y="142"/>
                </a:lnTo>
                <a:lnTo>
                  <a:pt x="18" y="124"/>
                </a:lnTo>
                <a:lnTo>
                  <a:pt x="17" y="107"/>
                </a:lnTo>
                <a:lnTo>
                  <a:pt x="16" y="93"/>
                </a:lnTo>
                <a:lnTo>
                  <a:pt x="14" y="78"/>
                </a:lnTo>
                <a:lnTo>
                  <a:pt x="12" y="66"/>
                </a:lnTo>
                <a:lnTo>
                  <a:pt x="9" y="52"/>
                </a:lnTo>
                <a:lnTo>
                  <a:pt x="4" y="40"/>
                </a:lnTo>
                <a:lnTo>
                  <a:pt x="0" y="27"/>
                </a:lnTo>
                <a:lnTo>
                  <a:pt x="96" y="0"/>
                </a:lnTo>
                <a:lnTo>
                  <a:pt x="100" y="8"/>
                </a:lnTo>
                <a:lnTo>
                  <a:pt x="103" y="17"/>
                </a:lnTo>
                <a:lnTo>
                  <a:pt x="106" y="25"/>
                </a:lnTo>
                <a:lnTo>
                  <a:pt x="109" y="34"/>
                </a:lnTo>
                <a:lnTo>
                  <a:pt x="111" y="42"/>
                </a:lnTo>
                <a:lnTo>
                  <a:pt x="112" y="51"/>
                </a:lnTo>
                <a:lnTo>
                  <a:pt x="113" y="60"/>
                </a:lnTo>
                <a:lnTo>
                  <a:pt x="113" y="69"/>
                </a:lnTo>
                <a:lnTo>
                  <a:pt x="133" y="54"/>
                </a:lnTo>
                <a:lnTo>
                  <a:pt x="151" y="40"/>
                </a:lnTo>
                <a:lnTo>
                  <a:pt x="160" y="34"/>
                </a:lnTo>
                <a:lnTo>
                  <a:pt x="170" y="28"/>
                </a:lnTo>
                <a:lnTo>
                  <a:pt x="179" y="24"/>
                </a:lnTo>
                <a:lnTo>
                  <a:pt x="188" y="20"/>
                </a:lnTo>
                <a:lnTo>
                  <a:pt x="197" y="15"/>
                </a:lnTo>
                <a:lnTo>
                  <a:pt x="206" y="12"/>
                </a:lnTo>
                <a:lnTo>
                  <a:pt x="215" y="9"/>
                </a:lnTo>
                <a:lnTo>
                  <a:pt x="224" y="6"/>
                </a:lnTo>
                <a:lnTo>
                  <a:pt x="234" y="5"/>
                </a:lnTo>
                <a:lnTo>
                  <a:pt x="243" y="3"/>
                </a:lnTo>
                <a:lnTo>
                  <a:pt x="252" y="2"/>
                </a:lnTo>
                <a:lnTo>
                  <a:pt x="262" y="2"/>
                </a:lnTo>
                <a:lnTo>
                  <a:pt x="276" y="2"/>
                </a:lnTo>
                <a:lnTo>
                  <a:pt x="289" y="5"/>
                </a:lnTo>
                <a:lnTo>
                  <a:pt x="302" y="7"/>
                </a:lnTo>
                <a:lnTo>
                  <a:pt x="314" y="11"/>
                </a:lnTo>
                <a:lnTo>
                  <a:pt x="325" y="15"/>
                </a:lnTo>
                <a:lnTo>
                  <a:pt x="335" y="21"/>
                </a:lnTo>
                <a:lnTo>
                  <a:pt x="345" y="28"/>
                </a:lnTo>
                <a:lnTo>
                  <a:pt x="354" y="36"/>
                </a:lnTo>
                <a:lnTo>
                  <a:pt x="361" y="45"/>
                </a:lnTo>
                <a:lnTo>
                  <a:pt x="369" y="55"/>
                </a:lnTo>
                <a:lnTo>
                  <a:pt x="375" y="66"/>
                </a:lnTo>
                <a:lnTo>
                  <a:pt x="379" y="78"/>
                </a:lnTo>
                <a:lnTo>
                  <a:pt x="384" y="91"/>
                </a:lnTo>
                <a:lnTo>
                  <a:pt x="387" y="105"/>
                </a:lnTo>
                <a:lnTo>
                  <a:pt x="388" y="120"/>
                </a:lnTo>
                <a:lnTo>
                  <a:pt x="389" y="136"/>
                </a:lnTo>
                <a:lnTo>
                  <a:pt x="389" y="499"/>
                </a:lnTo>
                <a:lnTo>
                  <a:pt x="285" y="4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70" name="Freeform 64"/>
          <p:cNvSpPr>
            <a:spLocks/>
          </p:cNvSpPr>
          <p:nvPr/>
        </p:nvSpPr>
        <p:spPr bwMode="auto">
          <a:xfrm>
            <a:off x="11701463" y="3028952"/>
            <a:ext cx="582612" cy="763588"/>
          </a:xfrm>
          <a:custGeom>
            <a:avLst/>
            <a:gdLst>
              <a:gd name="T0" fmla="*/ 2147483647 w 407"/>
              <a:gd name="T1" fmla="*/ 2147483647 h 510"/>
              <a:gd name="T2" fmla="*/ 2147483647 w 407"/>
              <a:gd name="T3" fmla="*/ 2147483647 h 510"/>
              <a:gd name="T4" fmla="*/ 2147483647 w 407"/>
              <a:gd name="T5" fmla="*/ 2147483647 h 510"/>
              <a:gd name="T6" fmla="*/ 2147483647 w 407"/>
              <a:gd name="T7" fmla="*/ 2147483647 h 510"/>
              <a:gd name="T8" fmla="*/ 2147483647 w 407"/>
              <a:gd name="T9" fmla="*/ 2147483647 h 510"/>
              <a:gd name="T10" fmla="*/ 2147483647 w 407"/>
              <a:gd name="T11" fmla="*/ 2147483647 h 510"/>
              <a:gd name="T12" fmla="*/ 2147483647 w 407"/>
              <a:gd name="T13" fmla="*/ 2147483647 h 510"/>
              <a:gd name="T14" fmla="*/ 2147483647 w 407"/>
              <a:gd name="T15" fmla="*/ 2147483647 h 510"/>
              <a:gd name="T16" fmla="*/ 2147483647 w 407"/>
              <a:gd name="T17" fmla="*/ 2147483647 h 510"/>
              <a:gd name="T18" fmla="*/ 2147483647 w 407"/>
              <a:gd name="T19" fmla="*/ 2147483647 h 510"/>
              <a:gd name="T20" fmla="*/ 2147483647 w 407"/>
              <a:gd name="T21" fmla="*/ 2147483647 h 510"/>
              <a:gd name="T22" fmla="*/ 2147483647 w 407"/>
              <a:gd name="T23" fmla="*/ 2147483647 h 510"/>
              <a:gd name="T24" fmla="*/ 2147483647 w 407"/>
              <a:gd name="T25" fmla="*/ 2147483647 h 510"/>
              <a:gd name="T26" fmla="*/ 2147483647 w 407"/>
              <a:gd name="T27" fmla="*/ 2147483647 h 510"/>
              <a:gd name="T28" fmla="*/ 2147483647 w 407"/>
              <a:gd name="T29" fmla="*/ 2147483647 h 510"/>
              <a:gd name="T30" fmla="*/ 2147483647 w 407"/>
              <a:gd name="T31" fmla="*/ 2147483647 h 510"/>
              <a:gd name="T32" fmla="*/ 2147483647 w 407"/>
              <a:gd name="T33" fmla="*/ 2147483647 h 510"/>
              <a:gd name="T34" fmla="*/ 2147483647 w 407"/>
              <a:gd name="T35" fmla="*/ 2147483647 h 510"/>
              <a:gd name="T36" fmla="*/ 2147483647 w 407"/>
              <a:gd name="T37" fmla="*/ 2147483647 h 510"/>
              <a:gd name="T38" fmla="*/ 2147483647 w 407"/>
              <a:gd name="T39" fmla="*/ 2147483647 h 510"/>
              <a:gd name="T40" fmla="*/ 2147483647 w 407"/>
              <a:gd name="T41" fmla="*/ 2147483647 h 510"/>
              <a:gd name="T42" fmla="*/ 2147483647 w 407"/>
              <a:gd name="T43" fmla="*/ 2147483647 h 510"/>
              <a:gd name="T44" fmla="*/ 2147483647 w 407"/>
              <a:gd name="T45" fmla="*/ 2147483647 h 510"/>
              <a:gd name="T46" fmla="*/ 2147483647 w 407"/>
              <a:gd name="T47" fmla="*/ 2147483647 h 510"/>
              <a:gd name="T48" fmla="*/ 2147483647 w 407"/>
              <a:gd name="T49" fmla="*/ 2147483647 h 510"/>
              <a:gd name="T50" fmla="*/ 2147483647 w 407"/>
              <a:gd name="T51" fmla="*/ 2147483647 h 510"/>
              <a:gd name="T52" fmla="*/ 2147483647 w 407"/>
              <a:gd name="T53" fmla="*/ 2147483647 h 510"/>
              <a:gd name="T54" fmla="*/ 0 w 407"/>
              <a:gd name="T55" fmla="*/ 2147483647 h 510"/>
              <a:gd name="T56" fmla="*/ 2147483647 w 407"/>
              <a:gd name="T57" fmla="*/ 2147483647 h 510"/>
              <a:gd name="T58" fmla="*/ 2147483647 w 407"/>
              <a:gd name="T59" fmla="*/ 2147483647 h 510"/>
              <a:gd name="T60" fmla="*/ 2147483647 w 407"/>
              <a:gd name="T61" fmla="*/ 2147483647 h 510"/>
              <a:gd name="T62" fmla="*/ 2147483647 w 407"/>
              <a:gd name="T63" fmla="*/ 2147483647 h 510"/>
              <a:gd name="T64" fmla="*/ 2147483647 w 407"/>
              <a:gd name="T65" fmla="*/ 2147483647 h 510"/>
              <a:gd name="T66" fmla="*/ 2147483647 w 407"/>
              <a:gd name="T67" fmla="*/ 2147483647 h 510"/>
              <a:gd name="T68" fmla="*/ 2147483647 w 407"/>
              <a:gd name="T69" fmla="*/ 2147483647 h 510"/>
              <a:gd name="T70" fmla="*/ 2147483647 w 407"/>
              <a:gd name="T71" fmla="*/ 2147483647 h 510"/>
              <a:gd name="T72" fmla="*/ 2147483647 w 407"/>
              <a:gd name="T73" fmla="*/ 2147483647 h 510"/>
              <a:gd name="T74" fmla="*/ 2147483647 w 407"/>
              <a:gd name="T75" fmla="*/ 2147483647 h 510"/>
              <a:gd name="T76" fmla="*/ 2147483647 w 407"/>
              <a:gd name="T77" fmla="*/ 0 h 510"/>
              <a:gd name="T78" fmla="*/ 2147483647 w 407"/>
              <a:gd name="T79" fmla="*/ 2147483647 h 510"/>
              <a:gd name="T80" fmla="*/ 2147483647 w 407"/>
              <a:gd name="T81" fmla="*/ 2147483647 h 510"/>
              <a:gd name="T82" fmla="*/ 2147483647 w 407"/>
              <a:gd name="T83" fmla="*/ 2147483647 h 510"/>
              <a:gd name="T84" fmla="*/ 2147483647 w 407"/>
              <a:gd name="T85" fmla="*/ 2147483647 h 510"/>
              <a:gd name="T86" fmla="*/ 2147483647 w 407"/>
              <a:gd name="T87" fmla="*/ 2147483647 h 510"/>
              <a:gd name="T88" fmla="*/ 2147483647 w 407"/>
              <a:gd name="T89" fmla="*/ 2147483647 h 510"/>
              <a:gd name="T90" fmla="*/ 2147483647 w 407"/>
              <a:gd name="T91" fmla="*/ 2147483647 h 510"/>
              <a:gd name="T92" fmla="*/ 2147483647 w 407"/>
              <a:gd name="T93" fmla="*/ 2147483647 h 510"/>
              <a:gd name="T94" fmla="*/ 2147483647 w 407"/>
              <a:gd name="T95" fmla="*/ 2147483647 h 510"/>
              <a:gd name="T96" fmla="*/ 2147483647 w 407"/>
              <a:gd name="T97" fmla="*/ 2147483647 h 510"/>
              <a:gd name="T98" fmla="*/ 2147483647 w 407"/>
              <a:gd name="T99" fmla="*/ 2147483647 h 510"/>
              <a:gd name="T100" fmla="*/ 2147483647 w 407"/>
              <a:gd name="T101" fmla="*/ 2147483647 h 510"/>
              <a:gd name="T102" fmla="*/ 2147483647 w 407"/>
              <a:gd name="T103" fmla="*/ 2147483647 h 510"/>
              <a:gd name="T104" fmla="*/ 2147483647 w 407"/>
              <a:gd name="T105" fmla="*/ 2147483647 h 510"/>
              <a:gd name="T106" fmla="*/ 2147483647 w 407"/>
              <a:gd name="T107" fmla="*/ 2147483647 h 510"/>
              <a:gd name="T108" fmla="*/ 2147483647 w 407"/>
              <a:gd name="T109" fmla="*/ 2147483647 h 510"/>
              <a:gd name="T110" fmla="*/ 2147483647 w 407"/>
              <a:gd name="T111" fmla="*/ 2147483647 h 510"/>
              <a:gd name="T112" fmla="*/ 2147483647 w 407"/>
              <a:gd name="T113" fmla="*/ 2147483647 h 510"/>
              <a:gd name="T114" fmla="*/ 2147483647 w 407"/>
              <a:gd name="T115" fmla="*/ 2147483647 h 510"/>
              <a:gd name="T116" fmla="*/ 2147483647 w 407"/>
              <a:gd name="T117" fmla="*/ 2147483647 h 510"/>
              <a:gd name="T118" fmla="*/ 2147483647 w 407"/>
              <a:gd name="T119" fmla="*/ 2147483647 h 510"/>
              <a:gd name="T120" fmla="*/ 2147483647 w 407"/>
              <a:gd name="T121" fmla="*/ 2147483647 h 510"/>
              <a:gd name="T122" fmla="*/ 2147483647 w 407"/>
              <a:gd name="T123" fmla="*/ 2147483647 h 510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407" h="510">
                <a:moveTo>
                  <a:pt x="117" y="283"/>
                </a:moveTo>
                <a:lnTo>
                  <a:pt x="117" y="291"/>
                </a:lnTo>
                <a:lnTo>
                  <a:pt x="117" y="304"/>
                </a:lnTo>
                <a:lnTo>
                  <a:pt x="118" y="316"/>
                </a:lnTo>
                <a:lnTo>
                  <a:pt x="120" y="329"/>
                </a:lnTo>
                <a:lnTo>
                  <a:pt x="122" y="341"/>
                </a:lnTo>
                <a:lnTo>
                  <a:pt x="126" y="353"/>
                </a:lnTo>
                <a:lnTo>
                  <a:pt x="129" y="364"/>
                </a:lnTo>
                <a:lnTo>
                  <a:pt x="135" y="375"/>
                </a:lnTo>
                <a:lnTo>
                  <a:pt x="141" y="385"/>
                </a:lnTo>
                <a:lnTo>
                  <a:pt x="149" y="394"/>
                </a:lnTo>
                <a:lnTo>
                  <a:pt x="157" y="403"/>
                </a:lnTo>
                <a:lnTo>
                  <a:pt x="161" y="407"/>
                </a:lnTo>
                <a:lnTo>
                  <a:pt x="167" y="411"/>
                </a:lnTo>
                <a:lnTo>
                  <a:pt x="172" y="414"/>
                </a:lnTo>
                <a:lnTo>
                  <a:pt x="178" y="417"/>
                </a:lnTo>
                <a:lnTo>
                  <a:pt x="184" y="420"/>
                </a:lnTo>
                <a:lnTo>
                  <a:pt x="190" y="422"/>
                </a:lnTo>
                <a:lnTo>
                  <a:pt x="197" y="424"/>
                </a:lnTo>
                <a:lnTo>
                  <a:pt x="205" y="426"/>
                </a:lnTo>
                <a:lnTo>
                  <a:pt x="212" y="427"/>
                </a:lnTo>
                <a:lnTo>
                  <a:pt x="220" y="428"/>
                </a:lnTo>
                <a:lnTo>
                  <a:pt x="228" y="429"/>
                </a:lnTo>
                <a:lnTo>
                  <a:pt x="237" y="429"/>
                </a:lnTo>
                <a:lnTo>
                  <a:pt x="245" y="429"/>
                </a:lnTo>
                <a:lnTo>
                  <a:pt x="253" y="428"/>
                </a:lnTo>
                <a:lnTo>
                  <a:pt x="261" y="427"/>
                </a:lnTo>
                <a:lnTo>
                  <a:pt x="269" y="426"/>
                </a:lnTo>
                <a:lnTo>
                  <a:pt x="278" y="424"/>
                </a:lnTo>
                <a:lnTo>
                  <a:pt x="285" y="422"/>
                </a:lnTo>
                <a:lnTo>
                  <a:pt x="293" y="420"/>
                </a:lnTo>
                <a:lnTo>
                  <a:pt x="301" y="417"/>
                </a:lnTo>
                <a:lnTo>
                  <a:pt x="315" y="410"/>
                </a:lnTo>
                <a:lnTo>
                  <a:pt x="330" y="402"/>
                </a:lnTo>
                <a:lnTo>
                  <a:pt x="344" y="392"/>
                </a:lnTo>
                <a:lnTo>
                  <a:pt x="357" y="381"/>
                </a:lnTo>
                <a:lnTo>
                  <a:pt x="399" y="445"/>
                </a:lnTo>
                <a:lnTo>
                  <a:pt x="389" y="453"/>
                </a:lnTo>
                <a:lnTo>
                  <a:pt x="380" y="461"/>
                </a:lnTo>
                <a:lnTo>
                  <a:pt x="369" y="467"/>
                </a:lnTo>
                <a:lnTo>
                  <a:pt x="360" y="473"/>
                </a:lnTo>
                <a:lnTo>
                  <a:pt x="349" y="479"/>
                </a:lnTo>
                <a:lnTo>
                  <a:pt x="339" y="484"/>
                </a:lnTo>
                <a:lnTo>
                  <a:pt x="328" y="490"/>
                </a:lnTo>
                <a:lnTo>
                  <a:pt x="317" y="493"/>
                </a:lnTo>
                <a:lnTo>
                  <a:pt x="306" y="497"/>
                </a:lnTo>
                <a:lnTo>
                  <a:pt x="295" y="501"/>
                </a:lnTo>
                <a:lnTo>
                  <a:pt x="284" y="503"/>
                </a:lnTo>
                <a:lnTo>
                  <a:pt x="272" y="505"/>
                </a:lnTo>
                <a:lnTo>
                  <a:pt x="260" y="508"/>
                </a:lnTo>
                <a:lnTo>
                  <a:pt x="249" y="508"/>
                </a:lnTo>
                <a:lnTo>
                  <a:pt x="237" y="509"/>
                </a:lnTo>
                <a:lnTo>
                  <a:pt x="224" y="510"/>
                </a:lnTo>
                <a:lnTo>
                  <a:pt x="211" y="509"/>
                </a:lnTo>
                <a:lnTo>
                  <a:pt x="199" y="508"/>
                </a:lnTo>
                <a:lnTo>
                  <a:pt x="187" y="507"/>
                </a:lnTo>
                <a:lnTo>
                  <a:pt x="175" y="505"/>
                </a:lnTo>
                <a:lnTo>
                  <a:pt x="164" y="502"/>
                </a:lnTo>
                <a:lnTo>
                  <a:pt x="152" y="499"/>
                </a:lnTo>
                <a:lnTo>
                  <a:pt x="142" y="496"/>
                </a:lnTo>
                <a:lnTo>
                  <a:pt x="132" y="492"/>
                </a:lnTo>
                <a:lnTo>
                  <a:pt x="121" y="487"/>
                </a:lnTo>
                <a:lnTo>
                  <a:pt x="111" y="482"/>
                </a:lnTo>
                <a:lnTo>
                  <a:pt x="102" y="476"/>
                </a:lnTo>
                <a:lnTo>
                  <a:pt x="93" y="470"/>
                </a:lnTo>
                <a:lnTo>
                  <a:pt x="85" y="464"/>
                </a:lnTo>
                <a:lnTo>
                  <a:pt x="76" y="456"/>
                </a:lnTo>
                <a:lnTo>
                  <a:pt x="68" y="449"/>
                </a:lnTo>
                <a:lnTo>
                  <a:pt x="61" y="441"/>
                </a:lnTo>
                <a:lnTo>
                  <a:pt x="54" y="432"/>
                </a:lnTo>
                <a:lnTo>
                  <a:pt x="47" y="423"/>
                </a:lnTo>
                <a:lnTo>
                  <a:pt x="41" y="414"/>
                </a:lnTo>
                <a:lnTo>
                  <a:pt x="35" y="404"/>
                </a:lnTo>
                <a:lnTo>
                  <a:pt x="30" y="394"/>
                </a:lnTo>
                <a:lnTo>
                  <a:pt x="25" y="383"/>
                </a:lnTo>
                <a:lnTo>
                  <a:pt x="21" y="372"/>
                </a:lnTo>
                <a:lnTo>
                  <a:pt x="16" y="361"/>
                </a:lnTo>
                <a:lnTo>
                  <a:pt x="12" y="349"/>
                </a:lnTo>
                <a:lnTo>
                  <a:pt x="9" y="336"/>
                </a:lnTo>
                <a:lnTo>
                  <a:pt x="6" y="324"/>
                </a:lnTo>
                <a:lnTo>
                  <a:pt x="4" y="311"/>
                </a:lnTo>
                <a:lnTo>
                  <a:pt x="3" y="298"/>
                </a:lnTo>
                <a:lnTo>
                  <a:pt x="1" y="284"/>
                </a:lnTo>
                <a:lnTo>
                  <a:pt x="0" y="270"/>
                </a:lnTo>
                <a:lnTo>
                  <a:pt x="0" y="255"/>
                </a:lnTo>
                <a:lnTo>
                  <a:pt x="0" y="239"/>
                </a:lnTo>
                <a:lnTo>
                  <a:pt x="1" y="225"/>
                </a:lnTo>
                <a:lnTo>
                  <a:pt x="3" y="210"/>
                </a:lnTo>
                <a:lnTo>
                  <a:pt x="4" y="196"/>
                </a:lnTo>
                <a:lnTo>
                  <a:pt x="6" y="183"/>
                </a:lnTo>
                <a:lnTo>
                  <a:pt x="9" y="170"/>
                </a:lnTo>
                <a:lnTo>
                  <a:pt x="12" y="158"/>
                </a:lnTo>
                <a:lnTo>
                  <a:pt x="15" y="146"/>
                </a:lnTo>
                <a:lnTo>
                  <a:pt x="19" y="135"/>
                </a:lnTo>
                <a:lnTo>
                  <a:pt x="24" y="124"/>
                </a:lnTo>
                <a:lnTo>
                  <a:pt x="28" y="114"/>
                </a:lnTo>
                <a:lnTo>
                  <a:pt x="34" y="103"/>
                </a:lnTo>
                <a:lnTo>
                  <a:pt x="40" y="93"/>
                </a:lnTo>
                <a:lnTo>
                  <a:pt x="47" y="84"/>
                </a:lnTo>
                <a:lnTo>
                  <a:pt x="53" y="75"/>
                </a:lnTo>
                <a:lnTo>
                  <a:pt x="61" y="65"/>
                </a:lnTo>
                <a:lnTo>
                  <a:pt x="68" y="57"/>
                </a:lnTo>
                <a:lnTo>
                  <a:pt x="76" y="50"/>
                </a:lnTo>
                <a:lnTo>
                  <a:pt x="84" y="43"/>
                </a:lnTo>
                <a:lnTo>
                  <a:pt x="92" y="36"/>
                </a:lnTo>
                <a:lnTo>
                  <a:pt x="100" y="30"/>
                </a:lnTo>
                <a:lnTo>
                  <a:pt x="109" y="25"/>
                </a:lnTo>
                <a:lnTo>
                  <a:pt x="118" y="21"/>
                </a:lnTo>
                <a:lnTo>
                  <a:pt x="127" y="16"/>
                </a:lnTo>
                <a:lnTo>
                  <a:pt x="137" y="12"/>
                </a:lnTo>
                <a:lnTo>
                  <a:pt x="146" y="9"/>
                </a:lnTo>
                <a:lnTo>
                  <a:pt x="156" y="6"/>
                </a:lnTo>
                <a:lnTo>
                  <a:pt x="166" y="4"/>
                </a:lnTo>
                <a:lnTo>
                  <a:pt x="176" y="3"/>
                </a:lnTo>
                <a:lnTo>
                  <a:pt x="187" y="1"/>
                </a:lnTo>
                <a:lnTo>
                  <a:pt x="199" y="0"/>
                </a:lnTo>
                <a:lnTo>
                  <a:pt x="210" y="0"/>
                </a:lnTo>
                <a:lnTo>
                  <a:pt x="228" y="1"/>
                </a:lnTo>
                <a:lnTo>
                  <a:pt x="245" y="3"/>
                </a:lnTo>
                <a:lnTo>
                  <a:pt x="254" y="4"/>
                </a:lnTo>
                <a:lnTo>
                  <a:pt x="262" y="6"/>
                </a:lnTo>
                <a:lnTo>
                  <a:pt x="271" y="9"/>
                </a:lnTo>
                <a:lnTo>
                  <a:pt x="279" y="11"/>
                </a:lnTo>
                <a:lnTo>
                  <a:pt x="287" y="15"/>
                </a:lnTo>
                <a:lnTo>
                  <a:pt x="296" y="18"/>
                </a:lnTo>
                <a:lnTo>
                  <a:pt x="304" y="22"/>
                </a:lnTo>
                <a:lnTo>
                  <a:pt x="312" y="26"/>
                </a:lnTo>
                <a:lnTo>
                  <a:pt x="319" y="32"/>
                </a:lnTo>
                <a:lnTo>
                  <a:pt x="328" y="37"/>
                </a:lnTo>
                <a:lnTo>
                  <a:pt x="336" y="44"/>
                </a:lnTo>
                <a:lnTo>
                  <a:pt x="343" y="50"/>
                </a:lnTo>
                <a:lnTo>
                  <a:pt x="351" y="58"/>
                </a:lnTo>
                <a:lnTo>
                  <a:pt x="358" y="65"/>
                </a:lnTo>
                <a:lnTo>
                  <a:pt x="365" y="74"/>
                </a:lnTo>
                <a:lnTo>
                  <a:pt x="371" y="83"/>
                </a:lnTo>
                <a:lnTo>
                  <a:pt x="377" y="93"/>
                </a:lnTo>
                <a:lnTo>
                  <a:pt x="382" y="104"/>
                </a:lnTo>
                <a:lnTo>
                  <a:pt x="386" y="115"/>
                </a:lnTo>
                <a:lnTo>
                  <a:pt x="391" y="128"/>
                </a:lnTo>
                <a:lnTo>
                  <a:pt x="395" y="140"/>
                </a:lnTo>
                <a:lnTo>
                  <a:pt x="398" y="155"/>
                </a:lnTo>
                <a:lnTo>
                  <a:pt x="401" y="169"/>
                </a:lnTo>
                <a:lnTo>
                  <a:pt x="403" y="186"/>
                </a:lnTo>
                <a:lnTo>
                  <a:pt x="404" y="203"/>
                </a:lnTo>
                <a:lnTo>
                  <a:pt x="406" y="221"/>
                </a:lnTo>
                <a:lnTo>
                  <a:pt x="407" y="240"/>
                </a:lnTo>
                <a:lnTo>
                  <a:pt x="407" y="261"/>
                </a:lnTo>
                <a:lnTo>
                  <a:pt x="407" y="283"/>
                </a:lnTo>
                <a:lnTo>
                  <a:pt x="117" y="283"/>
                </a:lnTo>
                <a:lnTo>
                  <a:pt x="210" y="80"/>
                </a:lnTo>
                <a:lnTo>
                  <a:pt x="199" y="80"/>
                </a:lnTo>
                <a:lnTo>
                  <a:pt x="189" y="82"/>
                </a:lnTo>
                <a:lnTo>
                  <a:pt x="179" y="85"/>
                </a:lnTo>
                <a:lnTo>
                  <a:pt x="170" y="88"/>
                </a:lnTo>
                <a:lnTo>
                  <a:pt x="162" y="93"/>
                </a:lnTo>
                <a:lnTo>
                  <a:pt x="155" y="99"/>
                </a:lnTo>
                <a:lnTo>
                  <a:pt x="148" y="105"/>
                </a:lnTo>
                <a:lnTo>
                  <a:pt x="141" y="113"/>
                </a:lnTo>
                <a:lnTo>
                  <a:pt x="136" y="122"/>
                </a:lnTo>
                <a:lnTo>
                  <a:pt x="131" y="131"/>
                </a:lnTo>
                <a:lnTo>
                  <a:pt x="127" y="141"/>
                </a:lnTo>
                <a:lnTo>
                  <a:pt x="123" y="152"/>
                </a:lnTo>
                <a:lnTo>
                  <a:pt x="121" y="165"/>
                </a:lnTo>
                <a:lnTo>
                  <a:pt x="119" y="178"/>
                </a:lnTo>
                <a:lnTo>
                  <a:pt x="118" y="191"/>
                </a:lnTo>
                <a:lnTo>
                  <a:pt x="117" y="205"/>
                </a:lnTo>
                <a:lnTo>
                  <a:pt x="297" y="205"/>
                </a:lnTo>
                <a:lnTo>
                  <a:pt x="297" y="191"/>
                </a:lnTo>
                <a:lnTo>
                  <a:pt x="296" y="178"/>
                </a:lnTo>
                <a:lnTo>
                  <a:pt x="293" y="165"/>
                </a:lnTo>
                <a:lnTo>
                  <a:pt x="291" y="152"/>
                </a:lnTo>
                <a:lnTo>
                  <a:pt x="287" y="141"/>
                </a:lnTo>
                <a:lnTo>
                  <a:pt x="284" y="131"/>
                </a:lnTo>
                <a:lnTo>
                  <a:pt x="278" y="122"/>
                </a:lnTo>
                <a:lnTo>
                  <a:pt x="273" y="113"/>
                </a:lnTo>
                <a:lnTo>
                  <a:pt x="267" y="105"/>
                </a:lnTo>
                <a:lnTo>
                  <a:pt x="260" y="99"/>
                </a:lnTo>
                <a:lnTo>
                  <a:pt x="254" y="93"/>
                </a:lnTo>
                <a:lnTo>
                  <a:pt x="246" y="88"/>
                </a:lnTo>
                <a:lnTo>
                  <a:pt x="237" y="85"/>
                </a:lnTo>
                <a:lnTo>
                  <a:pt x="228" y="82"/>
                </a:lnTo>
                <a:lnTo>
                  <a:pt x="220" y="80"/>
                </a:lnTo>
                <a:lnTo>
                  <a:pt x="210" y="80"/>
                </a:lnTo>
                <a:lnTo>
                  <a:pt x="117" y="2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71" name="Freeform 65"/>
          <p:cNvSpPr>
            <a:spLocks/>
          </p:cNvSpPr>
          <p:nvPr/>
        </p:nvSpPr>
        <p:spPr bwMode="auto">
          <a:xfrm>
            <a:off x="12742863" y="2779715"/>
            <a:ext cx="660400" cy="1009650"/>
          </a:xfrm>
          <a:custGeom>
            <a:avLst/>
            <a:gdLst>
              <a:gd name="T0" fmla="*/ 2147483647 w 460"/>
              <a:gd name="T1" fmla="*/ 2147483647 h 674"/>
              <a:gd name="T2" fmla="*/ 2147483647 w 460"/>
              <a:gd name="T3" fmla="*/ 2147483647 h 674"/>
              <a:gd name="T4" fmla="*/ 2147483647 w 460"/>
              <a:gd name="T5" fmla="*/ 2147483647 h 674"/>
              <a:gd name="T6" fmla="*/ 2147483647 w 460"/>
              <a:gd name="T7" fmla="*/ 2147483647 h 674"/>
              <a:gd name="T8" fmla="*/ 2147483647 w 460"/>
              <a:gd name="T9" fmla="*/ 2147483647 h 674"/>
              <a:gd name="T10" fmla="*/ 2147483647 w 460"/>
              <a:gd name="T11" fmla="*/ 2147483647 h 674"/>
              <a:gd name="T12" fmla="*/ 2147483647 w 460"/>
              <a:gd name="T13" fmla="*/ 2147483647 h 674"/>
              <a:gd name="T14" fmla="*/ 2147483647 w 460"/>
              <a:gd name="T15" fmla="*/ 2147483647 h 674"/>
              <a:gd name="T16" fmla="*/ 2147483647 w 460"/>
              <a:gd name="T17" fmla="*/ 2147483647 h 674"/>
              <a:gd name="T18" fmla="*/ 2147483647 w 460"/>
              <a:gd name="T19" fmla="*/ 2147483647 h 674"/>
              <a:gd name="T20" fmla="*/ 2147483647 w 460"/>
              <a:gd name="T21" fmla="*/ 2147483647 h 674"/>
              <a:gd name="T22" fmla="*/ 2147483647 w 460"/>
              <a:gd name="T23" fmla="*/ 2147483647 h 674"/>
              <a:gd name="T24" fmla="*/ 2147483647 w 460"/>
              <a:gd name="T25" fmla="*/ 2147483647 h 674"/>
              <a:gd name="T26" fmla="*/ 2147483647 w 460"/>
              <a:gd name="T27" fmla="*/ 2147483647 h 674"/>
              <a:gd name="T28" fmla="*/ 2147483647 w 460"/>
              <a:gd name="T29" fmla="*/ 2147483647 h 674"/>
              <a:gd name="T30" fmla="*/ 0 w 460"/>
              <a:gd name="T31" fmla="*/ 0 h 674"/>
              <a:gd name="T32" fmla="*/ 2147483647 w 460"/>
              <a:gd name="T33" fmla="*/ 2147483647 h 674"/>
              <a:gd name="T34" fmla="*/ 2147483647 w 460"/>
              <a:gd name="T35" fmla="*/ 2147483647 h 674"/>
              <a:gd name="T36" fmla="*/ 2147483647 w 460"/>
              <a:gd name="T37" fmla="*/ 2147483647 h 674"/>
              <a:gd name="T38" fmla="*/ 2147483647 w 460"/>
              <a:gd name="T39" fmla="*/ 2147483647 h 674"/>
              <a:gd name="T40" fmla="*/ 2147483647 w 460"/>
              <a:gd name="T41" fmla="*/ 2147483647 h 674"/>
              <a:gd name="T42" fmla="*/ 2147483647 w 460"/>
              <a:gd name="T43" fmla="*/ 2147483647 h 674"/>
              <a:gd name="T44" fmla="*/ 2147483647 w 460"/>
              <a:gd name="T45" fmla="*/ 2147483647 h 674"/>
              <a:gd name="T46" fmla="*/ 2147483647 w 460"/>
              <a:gd name="T47" fmla="*/ 2147483647 h 674"/>
              <a:gd name="T48" fmla="*/ 2147483647 w 460"/>
              <a:gd name="T49" fmla="*/ 2147483647 h 674"/>
              <a:gd name="T50" fmla="*/ 2147483647 w 460"/>
              <a:gd name="T51" fmla="*/ 2147483647 h 674"/>
              <a:gd name="T52" fmla="*/ 2147483647 w 460"/>
              <a:gd name="T53" fmla="*/ 2147483647 h 674"/>
              <a:gd name="T54" fmla="*/ 2147483647 w 460"/>
              <a:gd name="T55" fmla="*/ 2147483647 h 674"/>
              <a:gd name="T56" fmla="*/ 2147483647 w 460"/>
              <a:gd name="T57" fmla="*/ 2147483647 h 674"/>
              <a:gd name="T58" fmla="*/ 2147483647 w 460"/>
              <a:gd name="T59" fmla="*/ 2147483647 h 674"/>
              <a:gd name="T60" fmla="*/ 2147483647 w 460"/>
              <a:gd name="T61" fmla="*/ 2147483647 h 674"/>
              <a:gd name="T62" fmla="*/ 2147483647 w 460"/>
              <a:gd name="T63" fmla="*/ 2147483647 h 674"/>
              <a:gd name="T64" fmla="*/ 2147483647 w 460"/>
              <a:gd name="T65" fmla="*/ 2147483647 h 674"/>
              <a:gd name="T66" fmla="*/ 2147483647 w 460"/>
              <a:gd name="T67" fmla="*/ 2147483647 h 674"/>
              <a:gd name="T68" fmla="*/ 2147483647 w 460"/>
              <a:gd name="T69" fmla="*/ 0 h 674"/>
              <a:gd name="T70" fmla="*/ 2147483647 w 460"/>
              <a:gd name="T71" fmla="*/ 2147483647 h 674"/>
              <a:gd name="T72" fmla="*/ 2147483647 w 460"/>
              <a:gd name="T73" fmla="*/ 2147483647 h 674"/>
              <a:gd name="T74" fmla="*/ 2147483647 w 460"/>
              <a:gd name="T75" fmla="*/ 2147483647 h 674"/>
              <a:gd name="T76" fmla="*/ 2147483647 w 460"/>
              <a:gd name="T77" fmla="*/ 2147483647 h 674"/>
              <a:gd name="T78" fmla="*/ 2147483647 w 460"/>
              <a:gd name="T79" fmla="*/ 2147483647 h 674"/>
              <a:gd name="T80" fmla="*/ 2147483647 w 460"/>
              <a:gd name="T81" fmla="*/ 2147483647 h 674"/>
              <a:gd name="T82" fmla="*/ 2147483647 w 460"/>
              <a:gd name="T83" fmla="*/ 2147483647 h 674"/>
              <a:gd name="T84" fmla="*/ 2147483647 w 460"/>
              <a:gd name="T85" fmla="*/ 2147483647 h 674"/>
              <a:gd name="T86" fmla="*/ 2147483647 w 460"/>
              <a:gd name="T87" fmla="*/ 2147483647 h 674"/>
              <a:gd name="T88" fmla="*/ 2147483647 w 460"/>
              <a:gd name="T89" fmla="*/ 2147483647 h 674"/>
              <a:gd name="T90" fmla="*/ 2147483647 w 460"/>
              <a:gd name="T91" fmla="*/ 2147483647 h 674"/>
              <a:gd name="T92" fmla="*/ 2147483647 w 460"/>
              <a:gd name="T93" fmla="*/ 2147483647 h 674"/>
              <a:gd name="T94" fmla="*/ 2147483647 w 460"/>
              <a:gd name="T95" fmla="*/ 2147483647 h 674"/>
              <a:gd name="T96" fmla="*/ 2147483647 w 460"/>
              <a:gd name="T97" fmla="*/ 2147483647 h 674"/>
              <a:gd name="T98" fmla="*/ 2147483647 w 460"/>
              <a:gd name="T99" fmla="*/ 2147483647 h 674"/>
              <a:gd name="T100" fmla="*/ 2147483647 w 460"/>
              <a:gd name="T101" fmla="*/ 2147483647 h 67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460" h="674">
                <a:moveTo>
                  <a:pt x="229" y="674"/>
                </a:moveTo>
                <a:lnTo>
                  <a:pt x="214" y="674"/>
                </a:lnTo>
                <a:lnTo>
                  <a:pt x="198" y="674"/>
                </a:lnTo>
                <a:lnTo>
                  <a:pt x="183" y="672"/>
                </a:lnTo>
                <a:lnTo>
                  <a:pt x="170" y="671"/>
                </a:lnTo>
                <a:lnTo>
                  <a:pt x="156" y="668"/>
                </a:lnTo>
                <a:lnTo>
                  <a:pt x="144" y="665"/>
                </a:lnTo>
                <a:lnTo>
                  <a:pt x="131" y="662"/>
                </a:lnTo>
                <a:lnTo>
                  <a:pt x="120" y="659"/>
                </a:lnTo>
                <a:lnTo>
                  <a:pt x="109" y="655"/>
                </a:lnTo>
                <a:lnTo>
                  <a:pt x="99" y="650"/>
                </a:lnTo>
                <a:lnTo>
                  <a:pt x="89" y="646"/>
                </a:lnTo>
                <a:lnTo>
                  <a:pt x="80" y="641"/>
                </a:lnTo>
                <a:lnTo>
                  <a:pt x="71" y="635"/>
                </a:lnTo>
                <a:lnTo>
                  <a:pt x="64" y="629"/>
                </a:lnTo>
                <a:lnTo>
                  <a:pt x="57" y="623"/>
                </a:lnTo>
                <a:lnTo>
                  <a:pt x="49" y="616"/>
                </a:lnTo>
                <a:lnTo>
                  <a:pt x="43" y="610"/>
                </a:lnTo>
                <a:lnTo>
                  <a:pt x="37" y="602"/>
                </a:lnTo>
                <a:lnTo>
                  <a:pt x="31" y="595"/>
                </a:lnTo>
                <a:lnTo>
                  <a:pt x="27" y="587"/>
                </a:lnTo>
                <a:lnTo>
                  <a:pt x="22" y="579"/>
                </a:lnTo>
                <a:lnTo>
                  <a:pt x="18" y="571"/>
                </a:lnTo>
                <a:lnTo>
                  <a:pt x="15" y="563"/>
                </a:lnTo>
                <a:lnTo>
                  <a:pt x="11" y="554"/>
                </a:lnTo>
                <a:lnTo>
                  <a:pt x="9" y="545"/>
                </a:lnTo>
                <a:lnTo>
                  <a:pt x="7" y="536"/>
                </a:lnTo>
                <a:lnTo>
                  <a:pt x="4" y="526"/>
                </a:lnTo>
                <a:lnTo>
                  <a:pt x="3" y="517"/>
                </a:lnTo>
                <a:lnTo>
                  <a:pt x="1" y="498"/>
                </a:lnTo>
                <a:lnTo>
                  <a:pt x="0" y="478"/>
                </a:lnTo>
                <a:lnTo>
                  <a:pt x="0" y="0"/>
                </a:lnTo>
                <a:lnTo>
                  <a:pt x="112" y="0"/>
                </a:lnTo>
                <a:lnTo>
                  <a:pt x="112" y="446"/>
                </a:lnTo>
                <a:lnTo>
                  <a:pt x="112" y="464"/>
                </a:lnTo>
                <a:lnTo>
                  <a:pt x="113" y="481"/>
                </a:lnTo>
                <a:lnTo>
                  <a:pt x="115" y="496"/>
                </a:lnTo>
                <a:lnTo>
                  <a:pt x="118" y="510"/>
                </a:lnTo>
                <a:lnTo>
                  <a:pt x="122" y="522"/>
                </a:lnTo>
                <a:lnTo>
                  <a:pt x="127" y="533"/>
                </a:lnTo>
                <a:lnTo>
                  <a:pt x="133" y="542"/>
                </a:lnTo>
                <a:lnTo>
                  <a:pt x="140" y="551"/>
                </a:lnTo>
                <a:lnTo>
                  <a:pt x="144" y="555"/>
                </a:lnTo>
                <a:lnTo>
                  <a:pt x="147" y="558"/>
                </a:lnTo>
                <a:lnTo>
                  <a:pt x="152" y="562"/>
                </a:lnTo>
                <a:lnTo>
                  <a:pt x="156" y="565"/>
                </a:lnTo>
                <a:lnTo>
                  <a:pt x="166" y="570"/>
                </a:lnTo>
                <a:lnTo>
                  <a:pt x="177" y="574"/>
                </a:lnTo>
                <a:lnTo>
                  <a:pt x="188" y="577"/>
                </a:lnTo>
                <a:lnTo>
                  <a:pt x="201" y="579"/>
                </a:lnTo>
                <a:lnTo>
                  <a:pt x="215" y="580"/>
                </a:lnTo>
                <a:lnTo>
                  <a:pt x="229" y="580"/>
                </a:lnTo>
                <a:lnTo>
                  <a:pt x="244" y="580"/>
                </a:lnTo>
                <a:lnTo>
                  <a:pt x="258" y="578"/>
                </a:lnTo>
                <a:lnTo>
                  <a:pt x="270" y="576"/>
                </a:lnTo>
                <a:lnTo>
                  <a:pt x="282" y="572"/>
                </a:lnTo>
                <a:lnTo>
                  <a:pt x="293" y="567"/>
                </a:lnTo>
                <a:lnTo>
                  <a:pt x="303" y="561"/>
                </a:lnTo>
                <a:lnTo>
                  <a:pt x="312" y="554"/>
                </a:lnTo>
                <a:lnTo>
                  <a:pt x="320" y="546"/>
                </a:lnTo>
                <a:lnTo>
                  <a:pt x="327" y="537"/>
                </a:lnTo>
                <a:lnTo>
                  <a:pt x="333" y="527"/>
                </a:lnTo>
                <a:lnTo>
                  <a:pt x="338" y="516"/>
                </a:lnTo>
                <a:lnTo>
                  <a:pt x="342" y="504"/>
                </a:lnTo>
                <a:lnTo>
                  <a:pt x="346" y="490"/>
                </a:lnTo>
                <a:lnTo>
                  <a:pt x="348" y="476"/>
                </a:lnTo>
                <a:lnTo>
                  <a:pt x="349" y="461"/>
                </a:lnTo>
                <a:lnTo>
                  <a:pt x="349" y="446"/>
                </a:lnTo>
                <a:lnTo>
                  <a:pt x="349" y="0"/>
                </a:lnTo>
                <a:lnTo>
                  <a:pt x="460" y="0"/>
                </a:lnTo>
                <a:lnTo>
                  <a:pt x="460" y="477"/>
                </a:lnTo>
                <a:lnTo>
                  <a:pt x="460" y="488"/>
                </a:lnTo>
                <a:lnTo>
                  <a:pt x="459" y="499"/>
                </a:lnTo>
                <a:lnTo>
                  <a:pt x="457" y="510"/>
                </a:lnTo>
                <a:lnTo>
                  <a:pt x="456" y="520"/>
                </a:lnTo>
                <a:lnTo>
                  <a:pt x="454" y="531"/>
                </a:lnTo>
                <a:lnTo>
                  <a:pt x="452" y="540"/>
                </a:lnTo>
                <a:lnTo>
                  <a:pt x="448" y="550"/>
                </a:lnTo>
                <a:lnTo>
                  <a:pt x="445" y="560"/>
                </a:lnTo>
                <a:lnTo>
                  <a:pt x="440" y="569"/>
                </a:lnTo>
                <a:lnTo>
                  <a:pt x="436" y="577"/>
                </a:lnTo>
                <a:lnTo>
                  <a:pt x="431" y="585"/>
                </a:lnTo>
                <a:lnTo>
                  <a:pt x="425" y="593"/>
                </a:lnTo>
                <a:lnTo>
                  <a:pt x="419" y="601"/>
                </a:lnTo>
                <a:lnTo>
                  <a:pt x="414" y="608"/>
                </a:lnTo>
                <a:lnTo>
                  <a:pt x="407" y="615"/>
                </a:lnTo>
                <a:lnTo>
                  <a:pt x="399" y="621"/>
                </a:lnTo>
                <a:lnTo>
                  <a:pt x="392" y="627"/>
                </a:lnTo>
                <a:lnTo>
                  <a:pt x="384" y="633"/>
                </a:lnTo>
                <a:lnTo>
                  <a:pt x="376" y="639"/>
                </a:lnTo>
                <a:lnTo>
                  <a:pt x="367" y="645"/>
                </a:lnTo>
                <a:lnTo>
                  <a:pt x="358" y="649"/>
                </a:lnTo>
                <a:lnTo>
                  <a:pt x="348" y="653"/>
                </a:lnTo>
                <a:lnTo>
                  <a:pt x="338" y="657"/>
                </a:lnTo>
                <a:lnTo>
                  <a:pt x="327" y="661"/>
                </a:lnTo>
                <a:lnTo>
                  <a:pt x="316" y="664"/>
                </a:lnTo>
                <a:lnTo>
                  <a:pt x="305" y="667"/>
                </a:lnTo>
                <a:lnTo>
                  <a:pt x="294" y="669"/>
                </a:lnTo>
                <a:lnTo>
                  <a:pt x="282" y="671"/>
                </a:lnTo>
                <a:lnTo>
                  <a:pt x="269" y="673"/>
                </a:lnTo>
                <a:lnTo>
                  <a:pt x="256" y="674"/>
                </a:lnTo>
                <a:lnTo>
                  <a:pt x="243" y="674"/>
                </a:lnTo>
                <a:lnTo>
                  <a:pt x="229" y="6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72" name="Freeform 66"/>
          <p:cNvSpPr>
            <a:spLocks/>
          </p:cNvSpPr>
          <p:nvPr/>
        </p:nvSpPr>
        <p:spPr bwMode="auto">
          <a:xfrm>
            <a:off x="13589002" y="2716213"/>
            <a:ext cx="258763" cy="1073150"/>
          </a:xfrm>
          <a:custGeom>
            <a:avLst/>
            <a:gdLst>
              <a:gd name="T0" fmla="*/ 2147483647 w 180"/>
              <a:gd name="T1" fmla="*/ 2147483647 h 717"/>
              <a:gd name="T2" fmla="*/ 2147483647 w 180"/>
              <a:gd name="T3" fmla="*/ 2147483647 h 717"/>
              <a:gd name="T4" fmla="*/ 2147483647 w 180"/>
              <a:gd name="T5" fmla="*/ 2147483647 h 717"/>
              <a:gd name="T6" fmla="*/ 2147483647 w 180"/>
              <a:gd name="T7" fmla="*/ 2147483647 h 717"/>
              <a:gd name="T8" fmla="*/ 2147483647 w 180"/>
              <a:gd name="T9" fmla="*/ 2147483647 h 717"/>
              <a:gd name="T10" fmla="*/ 2147483647 w 180"/>
              <a:gd name="T11" fmla="*/ 2147483647 h 717"/>
              <a:gd name="T12" fmla="*/ 2147483647 w 180"/>
              <a:gd name="T13" fmla="*/ 2147483647 h 717"/>
              <a:gd name="T14" fmla="*/ 2147483647 w 180"/>
              <a:gd name="T15" fmla="*/ 2147483647 h 717"/>
              <a:gd name="T16" fmla="*/ 2147483647 w 180"/>
              <a:gd name="T17" fmla="*/ 2147483647 h 717"/>
              <a:gd name="T18" fmla="*/ 2147483647 w 180"/>
              <a:gd name="T19" fmla="*/ 2147483647 h 717"/>
              <a:gd name="T20" fmla="*/ 2147483647 w 180"/>
              <a:gd name="T21" fmla="*/ 2147483647 h 717"/>
              <a:gd name="T22" fmla="*/ 2147483647 w 180"/>
              <a:gd name="T23" fmla="*/ 2147483647 h 717"/>
              <a:gd name="T24" fmla="*/ 2147483647 w 180"/>
              <a:gd name="T25" fmla="*/ 2147483647 h 717"/>
              <a:gd name="T26" fmla="*/ 2147483647 w 180"/>
              <a:gd name="T27" fmla="*/ 2147483647 h 717"/>
              <a:gd name="T28" fmla="*/ 2147483647 w 180"/>
              <a:gd name="T29" fmla="*/ 2147483647 h 717"/>
              <a:gd name="T30" fmla="*/ 0 w 180"/>
              <a:gd name="T31" fmla="*/ 2147483647 h 717"/>
              <a:gd name="T32" fmla="*/ 2147483647 w 180"/>
              <a:gd name="T33" fmla="*/ 2147483647 h 717"/>
              <a:gd name="T34" fmla="*/ 2147483647 w 180"/>
              <a:gd name="T35" fmla="*/ 2147483647 h 717"/>
              <a:gd name="T36" fmla="*/ 2147483647 w 180"/>
              <a:gd name="T37" fmla="*/ 2147483647 h 717"/>
              <a:gd name="T38" fmla="*/ 2147483647 w 180"/>
              <a:gd name="T39" fmla="*/ 2147483647 h 717"/>
              <a:gd name="T40" fmla="*/ 2147483647 w 180"/>
              <a:gd name="T41" fmla="*/ 2147483647 h 717"/>
              <a:gd name="T42" fmla="*/ 2147483647 w 180"/>
              <a:gd name="T43" fmla="*/ 2147483647 h 717"/>
              <a:gd name="T44" fmla="*/ 2147483647 w 180"/>
              <a:gd name="T45" fmla="*/ 2147483647 h 717"/>
              <a:gd name="T46" fmla="*/ 2147483647 w 180"/>
              <a:gd name="T47" fmla="*/ 2147483647 h 717"/>
              <a:gd name="T48" fmla="*/ 2147483647 w 180"/>
              <a:gd name="T49" fmla="*/ 2147483647 h 717"/>
              <a:gd name="T50" fmla="*/ 2147483647 w 180"/>
              <a:gd name="T51" fmla="*/ 2147483647 h 717"/>
              <a:gd name="T52" fmla="*/ 2147483647 w 180"/>
              <a:gd name="T53" fmla="*/ 2147483647 h 717"/>
              <a:gd name="T54" fmla="*/ 2147483647 w 180"/>
              <a:gd name="T55" fmla="*/ 2147483647 h 717"/>
              <a:gd name="T56" fmla="*/ 2147483647 w 180"/>
              <a:gd name="T57" fmla="*/ 2147483647 h 717"/>
              <a:gd name="T58" fmla="*/ 2147483647 w 180"/>
              <a:gd name="T59" fmla="*/ 2147483647 h 717"/>
              <a:gd name="T60" fmla="*/ 2147483647 w 180"/>
              <a:gd name="T61" fmla="*/ 2147483647 h 717"/>
              <a:gd name="T62" fmla="*/ 2147483647 w 180"/>
              <a:gd name="T63" fmla="*/ 2147483647 h 717"/>
              <a:gd name="T64" fmla="*/ 2147483647 w 180"/>
              <a:gd name="T65" fmla="*/ 2147483647 h 7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80" h="717">
                <a:moveTo>
                  <a:pt x="116" y="717"/>
                </a:moveTo>
                <a:lnTo>
                  <a:pt x="107" y="717"/>
                </a:lnTo>
                <a:lnTo>
                  <a:pt x="98" y="716"/>
                </a:lnTo>
                <a:lnTo>
                  <a:pt x="90" y="714"/>
                </a:lnTo>
                <a:lnTo>
                  <a:pt x="81" y="712"/>
                </a:lnTo>
                <a:lnTo>
                  <a:pt x="74" y="710"/>
                </a:lnTo>
                <a:lnTo>
                  <a:pt x="67" y="708"/>
                </a:lnTo>
                <a:lnTo>
                  <a:pt x="61" y="705"/>
                </a:lnTo>
                <a:lnTo>
                  <a:pt x="55" y="701"/>
                </a:lnTo>
                <a:lnTo>
                  <a:pt x="49" y="697"/>
                </a:lnTo>
                <a:lnTo>
                  <a:pt x="45" y="693"/>
                </a:lnTo>
                <a:lnTo>
                  <a:pt x="40" y="689"/>
                </a:lnTo>
                <a:lnTo>
                  <a:pt x="36" y="684"/>
                </a:lnTo>
                <a:lnTo>
                  <a:pt x="32" y="679"/>
                </a:lnTo>
                <a:lnTo>
                  <a:pt x="29" y="674"/>
                </a:lnTo>
                <a:lnTo>
                  <a:pt x="26" y="669"/>
                </a:lnTo>
                <a:lnTo>
                  <a:pt x="23" y="664"/>
                </a:lnTo>
                <a:lnTo>
                  <a:pt x="19" y="653"/>
                </a:lnTo>
                <a:lnTo>
                  <a:pt x="16" y="641"/>
                </a:lnTo>
                <a:lnTo>
                  <a:pt x="14" y="629"/>
                </a:lnTo>
                <a:lnTo>
                  <a:pt x="12" y="618"/>
                </a:lnTo>
                <a:lnTo>
                  <a:pt x="11" y="597"/>
                </a:lnTo>
                <a:lnTo>
                  <a:pt x="10" y="580"/>
                </a:lnTo>
                <a:lnTo>
                  <a:pt x="10" y="166"/>
                </a:lnTo>
                <a:lnTo>
                  <a:pt x="10" y="142"/>
                </a:lnTo>
                <a:lnTo>
                  <a:pt x="10" y="122"/>
                </a:lnTo>
                <a:lnTo>
                  <a:pt x="9" y="103"/>
                </a:lnTo>
                <a:lnTo>
                  <a:pt x="8" y="85"/>
                </a:lnTo>
                <a:lnTo>
                  <a:pt x="7" y="69"/>
                </a:lnTo>
                <a:lnTo>
                  <a:pt x="5" y="54"/>
                </a:lnTo>
                <a:lnTo>
                  <a:pt x="3" y="39"/>
                </a:lnTo>
                <a:lnTo>
                  <a:pt x="0" y="24"/>
                </a:lnTo>
                <a:lnTo>
                  <a:pt x="109" y="0"/>
                </a:lnTo>
                <a:lnTo>
                  <a:pt x="111" y="12"/>
                </a:lnTo>
                <a:lnTo>
                  <a:pt x="113" y="25"/>
                </a:lnTo>
                <a:lnTo>
                  <a:pt x="115" y="39"/>
                </a:lnTo>
                <a:lnTo>
                  <a:pt x="116" y="54"/>
                </a:lnTo>
                <a:lnTo>
                  <a:pt x="117" y="72"/>
                </a:lnTo>
                <a:lnTo>
                  <a:pt x="117" y="90"/>
                </a:lnTo>
                <a:lnTo>
                  <a:pt x="118" y="111"/>
                </a:lnTo>
                <a:lnTo>
                  <a:pt x="118" y="133"/>
                </a:lnTo>
                <a:lnTo>
                  <a:pt x="118" y="545"/>
                </a:lnTo>
                <a:lnTo>
                  <a:pt x="118" y="567"/>
                </a:lnTo>
                <a:lnTo>
                  <a:pt x="118" y="585"/>
                </a:lnTo>
                <a:lnTo>
                  <a:pt x="119" y="598"/>
                </a:lnTo>
                <a:lnTo>
                  <a:pt x="120" y="609"/>
                </a:lnTo>
                <a:lnTo>
                  <a:pt x="122" y="617"/>
                </a:lnTo>
                <a:lnTo>
                  <a:pt x="123" y="623"/>
                </a:lnTo>
                <a:lnTo>
                  <a:pt x="125" y="628"/>
                </a:lnTo>
                <a:lnTo>
                  <a:pt x="128" y="632"/>
                </a:lnTo>
                <a:lnTo>
                  <a:pt x="131" y="635"/>
                </a:lnTo>
                <a:lnTo>
                  <a:pt x="134" y="638"/>
                </a:lnTo>
                <a:lnTo>
                  <a:pt x="138" y="640"/>
                </a:lnTo>
                <a:lnTo>
                  <a:pt x="143" y="641"/>
                </a:lnTo>
                <a:lnTo>
                  <a:pt x="148" y="642"/>
                </a:lnTo>
                <a:lnTo>
                  <a:pt x="153" y="642"/>
                </a:lnTo>
                <a:lnTo>
                  <a:pt x="158" y="641"/>
                </a:lnTo>
                <a:lnTo>
                  <a:pt x="163" y="640"/>
                </a:lnTo>
                <a:lnTo>
                  <a:pt x="180" y="705"/>
                </a:lnTo>
                <a:lnTo>
                  <a:pt x="173" y="708"/>
                </a:lnTo>
                <a:lnTo>
                  <a:pt x="166" y="710"/>
                </a:lnTo>
                <a:lnTo>
                  <a:pt x="158" y="712"/>
                </a:lnTo>
                <a:lnTo>
                  <a:pt x="150" y="714"/>
                </a:lnTo>
                <a:lnTo>
                  <a:pt x="142" y="715"/>
                </a:lnTo>
                <a:lnTo>
                  <a:pt x="134" y="716"/>
                </a:lnTo>
                <a:lnTo>
                  <a:pt x="125" y="717"/>
                </a:lnTo>
                <a:lnTo>
                  <a:pt x="116" y="7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73" name="Freeform 67"/>
          <p:cNvSpPr>
            <a:spLocks/>
          </p:cNvSpPr>
          <p:nvPr/>
        </p:nvSpPr>
        <p:spPr bwMode="auto">
          <a:xfrm>
            <a:off x="13955713" y="3027365"/>
            <a:ext cx="901700" cy="746125"/>
          </a:xfrm>
          <a:custGeom>
            <a:avLst/>
            <a:gdLst>
              <a:gd name="T0" fmla="*/ 2147483647 w 629"/>
              <a:gd name="T1" fmla="*/ 2147483647 h 498"/>
              <a:gd name="T2" fmla="*/ 2147483647 w 629"/>
              <a:gd name="T3" fmla="*/ 2147483647 h 498"/>
              <a:gd name="T4" fmla="*/ 2147483647 w 629"/>
              <a:gd name="T5" fmla="*/ 2147483647 h 498"/>
              <a:gd name="T6" fmla="*/ 2147483647 w 629"/>
              <a:gd name="T7" fmla="*/ 2147483647 h 498"/>
              <a:gd name="T8" fmla="*/ 2147483647 w 629"/>
              <a:gd name="T9" fmla="*/ 2147483647 h 498"/>
              <a:gd name="T10" fmla="*/ 2147483647 w 629"/>
              <a:gd name="T11" fmla="*/ 2147483647 h 498"/>
              <a:gd name="T12" fmla="*/ 2147483647 w 629"/>
              <a:gd name="T13" fmla="*/ 2147483647 h 498"/>
              <a:gd name="T14" fmla="*/ 2147483647 w 629"/>
              <a:gd name="T15" fmla="*/ 2147483647 h 498"/>
              <a:gd name="T16" fmla="*/ 2147483647 w 629"/>
              <a:gd name="T17" fmla="*/ 2147483647 h 498"/>
              <a:gd name="T18" fmla="*/ 2147483647 w 629"/>
              <a:gd name="T19" fmla="*/ 2147483647 h 498"/>
              <a:gd name="T20" fmla="*/ 2147483647 w 629"/>
              <a:gd name="T21" fmla="*/ 2147483647 h 498"/>
              <a:gd name="T22" fmla="*/ 2147483647 w 629"/>
              <a:gd name="T23" fmla="*/ 2147483647 h 498"/>
              <a:gd name="T24" fmla="*/ 2147483647 w 629"/>
              <a:gd name="T25" fmla="*/ 2147483647 h 498"/>
              <a:gd name="T26" fmla="*/ 2147483647 w 629"/>
              <a:gd name="T27" fmla="*/ 2147483647 h 498"/>
              <a:gd name="T28" fmla="*/ 2147483647 w 629"/>
              <a:gd name="T29" fmla="*/ 2147483647 h 498"/>
              <a:gd name="T30" fmla="*/ 2147483647 w 629"/>
              <a:gd name="T31" fmla="*/ 2147483647 h 498"/>
              <a:gd name="T32" fmla="*/ 2147483647 w 629"/>
              <a:gd name="T33" fmla="*/ 2147483647 h 498"/>
              <a:gd name="T34" fmla="*/ 2147483647 w 629"/>
              <a:gd name="T35" fmla="*/ 2147483647 h 498"/>
              <a:gd name="T36" fmla="*/ 2147483647 w 629"/>
              <a:gd name="T37" fmla="*/ 2147483647 h 498"/>
              <a:gd name="T38" fmla="*/ 2147483647 w 629"/>
              <a:gd name="T39" fmla="*/ 2147483647 h 498"/>
              <a:gd name="T40" fmla="*/ 2147483647 w 629"/>
              <a:gd name="T41" fmla="*/ 2147483647 h 498"/>
              <a:gd name="T42" fmla="*/ 2147483647 w 629"/>
              <a:gd name="T43" fmla="*/ 2147483647 h 498"/>
              <a:gd name="T44" fmla="*/ 2147483647 w 629"/>
              <a:gd name="T45" fmla="*/ 0 h 498"/>
              <a:gd name="T46" fmla="*/ 2147483647 w 629"/>
              <a:gd name="T47" fmla="*/ 2147483647 h 498"/>
              <a:gd name="T48" fmla="*/ 2147483647 w 629"/>
              <a:gd name="T49" fmla="*/ 2147483647 h 498"/>
              <a:gd name="T50" fmla="*/ 2147483647 w 629"/>
              <a:gd name="T51" fmla="*/ 2147483647 h 498"/>
              <a:gd name="T52" fmla="*/ 2147483647 w 629"/>
              <a:gd name="T53" fmla="*/ 2147483647 h 498"/>
              <a:gd name="T54" fmla="*/ 2147483647 w 629"/>
              <a:gd name="T55" fmla="*/ 2147483647 h 498"/>
              <a:gd name="T56" fmla="*/ 2147483647 w 629"/>
              <a:gd name="T57" fmla="*/ 2147483647 h 498"/>
              <a:gd name="T58" fmla="*/ 2147483647 w 629"/>
              <a:gd name="T59" fmla="*/ 2147483647 h 498"/>
              <a:gd name="T60" fmla="*/ 2147483647 w 629"/>
              <a:gd name="T61" fmla="*/ 2147483647 h 498"/>
              <a:gd name="T62" fmla="*/ 2147483647 w 629"/>
              <a:gd name="T63" fmla="*/ 2147483647 h 498"/>
              <a:gd name="T64" fmla="*/ 2147483647 w 629"/>
              <a:gd name="T65" fmla="*/ 2147483647 h 498"/>
              <a:gd name="T66" fmla="*/ 2147483647 w 629"/>
              <a:gd name="T67" fmla="*/ 2147483647 h 498"/>
              <a:gd name="T68" fmla="*/ 2147483647 w 629"/>
              <a:gd name="T69" fmla="*/ 2147483647 h 498"/>
              <a:gd name="T70" fmla="*/ 2147483647 w 629"/>
              <a:gd name="T71" fmla="*/ 2147483647 h 498"/>
              <a:gd name="T72" fmla="*/ 2147483647 w 629"/>
              <a:gd name="T73" fmla="*/ 2147483647 h 498"/>
              <a:gd name="T74" fmla="*/ 2147483647 w 629"/>
              <a:gd name="T75" fmla="*/ 2147483647 h 498"/>
              <a:gd name="T76" fmla="*/ 2147483647 w 629"/>
              <a:gd name="T77" fmla="*/ 2147483647 h 498"/>
              <a:gd name="T78" fmla="*/ 2147483647 w 629"/>
              <a:gd name="T79" fmla="*/ 2147483647 h 498"/>
              <a:gd name="T80" fmla="*/ 2147483647 w 629"/>
              <a:gd name="T81" fmla="*/ 2147483647 h 498"/>
              <a:gd name="T82" fmla="*/ 2147483647 w 629"/>
              <a:gd name="T83" fmla="*/ 2147483647 h 498"/>
              <a:gd name="T84" fmla="*/ 2147483647 w 629"/>
              <a:gd name="T85" fmla="*/ 2147483647 h 498"/>
              <a:gd name="T86" fmla="*/ 2147483647 w 629"/>
              <a:gd name="T87" fmla="*/ 2147483647 h 498"/>
              <a:gd name="T88" fmla="*/ 2147483647 w 629"/>
              <a:gd name="T89" fmla="*/ 2147483647 h 498"/>
              <a:gd name="T90" fmla="*/ 2147483647 w 629"/>
              <a:gd name="T91" fmla="*/ 2147483647 h 498"/>
              <a:gd name="T92" fmla="*/ 2147483647 w 629"/>
              <a:gd name="T93" fmla="*/ 2147483647 h 498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29" h="498">
                <a:moveTo>
                  <a:pt x="526" y="498"/>
                </a:moveTo>
                <a:lnTo>
                  <a:pt x="526" y="162"/>
                </a:lnTo>
                <a:lnTo>
                  <a:pt x="526" y="153"/>
                </a:lnTo>
                <a:lnTo>
                  <a:pt x="525" y="143"/>
                </a:lnTo>
                <a:lnTo>
                  <a:pt x="524" y="135"/>
                </a:lnTo>
                <a:lnTo>
                  <a:pt x="524" y="127"/>
                </a:lnTo>
                <a:lnTo>
                  <a:pt x="522" y="121"/>
                </a:lnTo>
                <a:lnTo>
                  <a:pt x="520" y="115"/>
                </a:lnTo>
                <a:lnTo>
                  <a:pt x="518" y="109"/>
                </a:lnTo>
                <a:lnTo>
                  <a:pt x="515" y="105"/>
                </a:lnTo>
                <a:lnTo>
                  <a:pt x="512" y="101"/>
                </a:lnTo>
                <a:lnTo>
                  <a:pt x="508" y="97"/>
                </a:lnTo>
                <a:lnTo>
                  <a:pt x="504" y="95"/>
                </a:lnTo>
                <a:lnTo>
                  <a:pt x="500" y="93"/>
                </a:lnTo>
                <a:lnTo>
                  <a:pt x="494" y="92"/>
                </a:lnTo>
                <a:lnTo>
                  <a:pt x="488" y="90"/>
                </a:lnTo>
                <a:lnTo>
                  <a:pt x="483" y="90"/>
                </a:lnTo>
                <a:lnTo>
                  <a:pt x="476" y="89"/>
                </a:lnTo>
                <a:lnTo>
                  <a:pt x="469" y="90"/>
                </a:lnTo>
                <a:lnTo>
                  <a:pt x="462" y="91"/>
                </a:lnTo>
                <a:lnTo>
                  <a:pt x="456" y="92"/>
                </a:lnTo>
                <a:lnTo>
                  <a:pt x="450" y="94"/>
                </a:lnTo>
                <a:lnTo>
                  <a:pt x="443" y="96"/>
                </a:lnTo>
                <a:lnTo>
                  <a:pt x="436" y="99"/>
                </a:lnTo>
                <a:lnTo>
                  <a:pt x="430" y="102"/>
                </a:lnTo>
                <a:lnTo>
                  <a:pt x="424" y="106"/>
                </a:lnTo>
                <a:lnTo>
                  <a:pt x="411" y="114"/>
                </a:lnTo>
                <a:lnTo>
                  <a:pt x="398" y="123"/>
                </a:lnTo>
                <a:lnTo>
                  <a:pt x="386" y="134"/>
                </a:lnTo>
                <a:lnTo>
                  <a:pt x="373" y="145"/>
                </a:lnTo>
                <a:lnTo>
                  <a:pt x="373" y="498"/>
                </a:lnTo>
                <a:lnTo>
                  <a:pt x="272" y="498"/>
                </a:lnTo>
                <a:lnTo>
                  <a:pt x="272" y="165"/>
                </a:lnTo>
                <a:lnTo>
                  <a:pt x="272" y="155"/>
                </a:lnTo>
                <a:lnTo>
                  <a:pt x="272" y="146"/>
                </a:lnTo>
                <a:lnTo>
                  <a:pt x="271" y="138"/>
                </a:lnTo>
                <a:lnTo>
                  <a:pt x="269" y="129"/>
                </a:lnTo>
                <a:lnTo>
                  <a:pt x="268" y="123"/>
                </a:lnTo>
                <a:lnTo>
                  <a:pt x="266" y="117"/>
                </a:lnTo>
                <a:lnTo>
                  <a:pt x="264" y="112"/>
                </a:lnTo>
                <a:lnTo>
                  <a:pt x="261" y="106"/>
                </a:lnTo>
                <a:lnTo>
                  <a:pt x="258" y="103"/>
                </a:lnTo>
                <a:lnTo>
                  <a:pt x="254" y="99"/>
                </a:lnTo>
                <a:lnTo>
                  <a:pt x="250" y="97"/>
                </a:lnTo>
                <a:lnTo>
                  <a:pt x="245" y="94"/>
                </a:lnTo>
                <a:lnTo>
                  <a:pt x="240" y="92"/>
                </a:lnTo>
                <a:lnTo>
                  <a:pt x="234" y="92"/>
                </a:lnTo>
                <a:lnTo>
                  <a:pt x="227" y="91"/>
                </a:lnTo>
                <a:lnTo>
                  <a:pt x="220" y="91"/>
                </a:lnTo>
                <a:lnTo>
                  <a:pt x="208" y="91"/>
                </a:lnTo>
                <a:lnTo>
                  <a:pt x="196" y="93"/>
                </a:lnTo>
                <a:lnTo>
                  <a:pt x="184" y="97"/>
                </a:lnTo>
                <a:lnTo>
                  <a:pt x="172" y="102"/>
                </a:lnTo>
                <a:lnTo>
                  <a:pt x="159" y="109"/>
                </a:lnTo>
                <a:lnTo>
                  <a:pt x="146" y="117"/>
                </a:lnTo>
                <a:lnTo>
                  <a:pt x="133" y="127"/>
                </a:lnTo>
                <a:lnTo>
                  <a:pt x="120" y="138"/>
                </a:lnTo>
                <a:lnTo>
                  <a:pt x="120" y="498"/>
                </a:lnTo>
                <a:lnTo>
                  <a:pt x="17" y="498"/>
                </a:lnTo>
                <a:lnTo>
                  <a:pt x="17" y="150"/>
                </a:lnTo>
                <a:lnTo>
                  <a:pt x="17" y="128"/>
                </a:lnTo>
                <a:lnTo>
                  <a:pt x="16" y="109"/>
                </a:lnTo>
                <a:lnTo>
                  <a:pt x="15" y="92"/>
                </a:lnTo>
                <a:lnTo>
                  <a:pt x="12" y="76"/>
                </a:lnTo>
                <a:lnTo>
                  <a:pt x="10" y="62"/>
                </a:lnTo>
                <a:lnTo>
                  <a:pt x="7" y="49"/>
                </a:lnTo>
                <a:lnTo>
                  <a:pt x="4" y="37"/>
                </a:lnTo>
                <a:lnTo>
                  <a:pt x="0" y="27"/>
                </a:lnTo>
                <a:lnTo>
                  <a:pt x="96" y="0"/>
                </a:lnTo>
                <a:lnTo>
                  <a:pt x="100" y="6"/>
                </a:lnTo>
                <a:lnTo>
                  <a:pt x="103" y="13"/>
                </a:lnTo>
                <a:lnTo>
                  <a:pt x="105" y="19"/>
                </a:lnTo>
                <a:lnTo>
                  <a:pt x="107" y="27"/>
                </a:lnTo>
                <a:lnTo>
                  <a:pt x="109" y="35"/>
                </a:lnTo>
                <a:lnTo>
                  <a:pt x="111" y="44"/>
                </a:lnTo>
                <a:lnTo>
                  <a:pt x="112" y="53"/>
                </a:lnTo>
                <a:lnTo>
                  <a:pt x="113" y="62"/>
                </a:lnTo>
                <a:lnTo>
                  <a:pt x="120" y="56"/>
                </a:lnTo>
                <a:lnTo>
                  <a:pt x="128" y="48"/>
                </a:lnTo>
                <a:lnTo>
                  <a:pt x="135" y="42"/>
                </a:lnTo>
                <a:lnTo>
                  <a:pt x="143" y="36"/>
                </a:lnTo>
                <a:lnTo>
                  <a:pt x="151" y="31"/>
                </a:lnTo>
                <a:lnTo>
                  <a:pt x="158" y="26"/>
                </a:lnTo>
                <a:lnTo>
                  <a:pt x="167" y="22"/>
                </a:lnTo>
                <a:lnTo>
                  <a:pt x="175" y="17"/>
                </a:lnTo>
                <a:lnTo>
                  <a:pt x="183" y="13"/>
                </a:lnTo>
                <a:lnTo>
                  <a:pt x="191" y="10"/>
                </a:lnTo>
                <a:lnTo>
                  <a:pt x="199" y="7"/>
                </a:lnTo>
                <a:lnTo>
                  <a:pt x="208" y="5"/>
                </a:lnTo>
                <a:lnTo>
                  <a:pt x="217" y="4"/>
                </a:lnTo>
                <a:lnTo>
                  <a:pt x="225" y="2"/>
                </a:lnTo>
                <a:lnTo>
                  <a:pt x="233" y="1"/>
                </a:lnTo>
                <a:lnTo>
                  <a:pt x="242" y="1"/>
                </a:lnTo>
                <a:lnTo>
                  <a:pt x="249" y="1"/>
                </a:lnTo>
                <a:lnTo>
                  <a:pt x="258" y="2"/>
                </a:lnTo>
                <a:lnTo>
                  <a:pt x="266" y="3"/>
                </a:lnTo>
                <a:lnTo>
                  <a:pt x="273" y="4"/>
                </a:lnTo>
                <a:lnTo>
                  <a:pt x="281" y="7"/>
                </a:lnTo>
                <a:lnTo>
                  <a:pt x="288" y="9"/>
                </a:lnTo>
                <a:lnTo>
                  <a:pt x="296" y="12"/>
                </a:lnTo>
                <a:lnTo>
                  <a:pt x="303" y="16"/>
                </a:lnTo>
                <a:lnTo>
                  <a:pt x="310" y="20"/>
                </a:lnTo>
                <a:lnTo>
                  <a:pt x="317" y="25"/>
                </a:lnTo>
                <a:lnTo>
                  <a:pt x="324" y="30"/>
                </a:lnTo>
                <a:lnTo>
                  <a:pt x="331" y="37"/>
                </a:lnTo>
                <a:lnTo>
                  <a:pt x="337" y="45"/>
                </a:lnTo>
                <a:lnTo>
                  <a:pt x="345" y="53"/>
                </a:lnTo>
                <a:lnTo>
                  <a:pt x="351" y="62"/>
                </a:lnTo>
                <a:lnTo>
                  <a:pt x="358" y="72"/>
                </a:lnTo>
                <a:lnTo>
                  <a:pt x="366" y="63"/>
                </a:lnTo>
                <a:lnTo>
                  <a:pt x="375" y="55"/>
                </a:lnTo>
                <a:lnTo>
                  <a:pt x="384" y="48"/>
                </a:lnTo>
                <a:lnTo>
                  <a:pt x="393" y="41"/>
                </a:lnTo>
                <a:lnTo>
                  <a:pt x="402" y="34"/>
                </a:lnTo>
                <a:lnTo>
                  <a:pt x="411" y="29"/>
                </a:lnTo>
                <a:lnTo>
                  <a:pt x="419" y="24"/>
                </a:lnTo>
                <a:lnTo>
                  <a:pt x="428" y="19"/>
                </a:lnTo>
                <a:lnTo>
                  <a:pt x="437" y="15"/>
                </a:lnTo>
                <a:lnTo>
                  <a:pt x="447" y="11"/>
                </a:lnTo>
                <a:lnTo>
                  <a:pt x="456" y="8"/>
                </a:lnTo>
                <a:lnTo>
                  <a:pt x="465" y="6"/>
                </a:lnTo>
                <a:lnTo>
                  <a:pt x="474" y="4"/>
                </a:lnTo>
                <a:lnTo>
                  <a:pt x="483" y="2"/>
                </a:lnTo>
                <a:lnTo>
                  <a:pt x="493" y="1"/>
                </a:lnTo>
                <a:lnTo>
                  <a:pt x="503" y="1"/>
                </a:lnTo>
                <a:lnTo>
                  <a:pt x="518" y="1"/>
                </a:lnTo>
                <a:lnTo>
                  <a:pt x="531" y="3"/>
                </a:lnTo>
                <a:lnTo>
                  <a:pt x="544" y="6"/>
                </a:lnTo>
                <a:lnTo>
                  <a:pt x="556" y="10"/>
                </a:lnTo>
                <a:lnTo>
                  <a:pt x="567" y="14"/>
                </a:lnTo>
                <a:lnTo>
                  <a:pt x="578" y="19"/>
                </a:lnTo>
                <a:lnTo>
                  <a:pt x="588" y="27"/>
                </a:lnTo>
                <a:lnTo>
                  <a:pt x="596" y="34"/>
                </a:lnTo>
                <a:lnTo>
                  <a:pt x="604" y="44"/>
                </a:lnTo>
                <a:lnTo>
                  <a:pt x="611" y="54"/>
                </a:lnTo>
                <a:lnTo>
                  <a:pt x="616" y="65"/>
                </a:lnTo>
                <a:lnTo>
                  <a:pt x="621" y="79"/>
                </a:lnTo>
                <a:lnTo>
                  <a:pt x="625" y="93"/>
                </a:lnTo>
                <a:lnTo>
                  <a:pt x="627" y="108"/>
                </a:lnTo>
                <a:lnTo>
                  <a:pt x="629" y="125"/>
                </a:lnTo>
                <a:lnTo>
                  <a:pt x="629" y="143"/>
                </a:lnTo>
                <a:lnTo>
                  <a:pt x="629" y="498"/>
                </a:lnTo>
                <a:lnTo>
                  <a:pt x="526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pic>
        <p:nvPicPr>
          <p:cNvPr id="1074" name="Picture 19" descr="logo-uu-whit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608300" y="1411288"/>
            <a:ext cx="8840788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" name="Freeform 68"/>
          <p:cNvSpPr>
            <a:spLocks/>
          </p:cNvSpPr>
          <p:nvPr/>
        </p:nvSpPr>
        <p:spPr bwMode="auto">
          <a:xfrm>
            <a:off x="15863888" y="1303340"/>
            <a:ext cx="615950" cy="763587"/>
          </a:xfrm>
          <a:custGeom>
            <a:avLst/>
            <a:gdLst>
              <a:gd name="T0" fmla="*/ 2147483647 w 429"/>
              <a:gd name="T1" fmla="*/ 2147483647 h 509"/>
              <a:gd name="T2" fmla="*/ 2147483647 w 429"/>
              <a:gd name="T3" fmla="*/ 2147483647 h 509"/>
              <a:gd name="T4" fmla="*/ 2147483647 w 429"/>
              <a:gd name="T5" fmla="*/ 2147483647 h 509"/>
              <a:gd name="T6" fmla="*/ 2147483647 w 429"/>
              <a:gd name="T7" fmla="*/ 2147483647 h 509"/>
              <a:gd name="T8" fmla="*/ 2147483647 w 429"/>
              <a:gd name="T9" fmla="*/ 2147483647 h 509"/>
              <a:gd name="T10" fmla="*/ 2147483647 w 429"/>
              <a:gd name="T11" fmla="*/ 2147483647 h 509"/>
              <a:gd name="T12" fmla="*/ 2147483647 w 429"/>
              <a:gd name="T13" fmla="*/ 2147483647 h 509"/>
              <a:gd name="T14" fmla="*/ 2147483647 w 429"/>
              <a:gd name="T15" fmla="*/ 2147483647 h 509"/>
              <a:gd name="T16" fmla="*/ 2147483647 w 429"/>
              <a:gd name="T17" fmla="*/ 2147483647 h 509"/>
              <a:gd name="T18" fmla="*/ 2147483647 w 429"/>
              <a:gd name="T19" fmla="*/ 2147483647 h 509"/>
              <a:gd name="T20" fmla="*/ 2147483647 w 429"/>
              <a:gd name="T21" fmla="*/ 2147483647 h 509"/>
              <a:gd name="T22" fmla="*/ 2147483647 w 429"/>
              <a:gd name="T23" fmla="*/ 2147483647 h 509"/>
              <a:gd name="T24" fmla="*/ 2147483647 w 429"/>
              <a:gd name="T25" fmla="*/ 2147483647 h 509"/>
              <a:gd name="T26" fmla="*/ 2147483647 w 429"/>
              <a:gd name="T27" fmla="*/ 2147483647 h 509"/>
              <a:gd name="T28" fmla="*/ 2147483647 w 429"/>
              <a:gd name="T29" fmla="*/ 2147483647 h 509"/>
              <a:gd name="T30" fmla="*/ 0 w 429"/>
              <a:gd name="T31" fmla="*/ 2147483647 h 509"/>
              <a:gd name="T32" fmla="*/ 2147483647 w 429"/>
              <a:gd name="T33" fmla="*/ 2147483647 h 509"/>
              <a:gd name="T34" fmla="*/ 2147483647 w 429"/>
              <a:gd name="T35" fmla="*/ 2147483647 h 509"/>
              <a:gd name="T36" fmla="*/ 2147483647 w 429"/>
              <a:gd name="T37" fmla="*/ 2147483647 h 509"/>
              <a:gd name="T38" fmla="*/ 2147483647 w 429"/>
              <a:gd name="T39" fmla="*/ 2147483647 h 509"/>
              <a:gd name="T40" fmla="*/ 2147483647 w 429"/>
              <a:gd name="T41" fmla="*/ 2147483647 h 509"/>
              <a:gd name="T42" fmla="*/ 2147483647 w 429"/>
              <a:gd name="T43" fmla="*/ 2147483647 h 509"/>
              <a:gd name="T44" fmla="*/ 2147483647 w 429"/>
              <a:gd name="T45" fmla="*/ 2147483647 h 509"/>
              <a:gd name="T46" fmla="*/ 2147483647 w 429"/>
              <a:gd name="T47" fmla="*/ 0 h 509"/>
              <a:gd name="T48" fmla="*/ 2147483647 w 429"/>
              <a:gd name="T49" fmla="*/ 2147483647 h 509"/>
              <a:gd name="T50" fmla="*/ 2147483647 w 429"/>
              <a:gd name="T51" fmla="*/ 2147483647 h 509"/>
              <a:gd name="T52" fmla="*/ 2147483647 w 429"/>
              <a:gd name="T53" fmla="*/ 2147483647 h 509"/>
              <a:gd name="T54" fmla="*/ 2147483647 w 429"/>
              <a:gd name="T55" fmla="*/ 2147483647 h 509"/>
              <a:gd name="T56" fmla="*/ 2147483647 w 429"/>
              <a:gd name="T57" fmla="*/ 2147483647 h 509"/>
              <a:gd name="T58" fmla="*/ 2147483647 w 429"/>
              <a:gd name="T59" fmla="*/ 2147483647 h 509"/>
              <a:gd name="T60" fmla="*/ 2147483647 w 429"/>
              <a:gd name="T61" fmla="*/ 2147483647 h 509"/>
              <a:gd name="T62" fmla="*/ 2147483647 w 429"/>
              <a:gd name="T63" fmla="*/ 2147483647 h 509"/>
              <a:gd name="T64" fmla="*/ 2147483647 w 429"/>
              <a:gd name="T65" fmla="*/ 2147483647 h 509"/>
              <a:gd name="T66" fmla="*/ 2147483647 w 429"/>
              <a:gd name="T67" fmla="*/ 2147483647 h 509"/>
              <a:gd name="T68" fmla="*/ 2147483647 w 429"/>
              <a:gd name="T69" fmla="*/ 2147483647 h 509"/>
              <a:gd name="T70" fmla="*/ 2147483647 w 429"/>
              <a:gd name="T71" fmla="*/ 2147483647 h 509"/>
              <a:gd name="T72" fmla="*/ 2147483647 w 429"/>
              <a:gd name="T73" fmla="*/ 2147483647 h 509"/>
              <a:gd name="T74" fmla="*/ 2147483647 w 429"/>
              <a:gd name="T75" fmla="*/ 2147483647 h 509"/>
              <a:gd name="T76" fmla="*/ 2147483647 w 429"/>
              <a:gd name="T77" fmla="*/ 2147483647 h 509"/>
              <a:gd name="T78" fmla="*/ 2147483647 w 429"/>
              <a:gd name="T79" fmla="*/ 2147483647 h 509"/>
              <a:gd name="T80" fmla="*/ 2147483647 w 429"/>
              <a:gd name="T81" fmla="*/ 2147483647 h 509"/>
              <a:gd name="T82" fmla="*/ 2147483647 w 429"/>
              <a:gd name="T83" fmla="*/ 2147483647 h 509"/>
              <a:gd name="T84" fmla="*/ 2147483647 w 429"/>
              <a:gd name="T85" fmla="*/ 2147483647 h 509"/>
              <a:gd name="T86" fmla="*/ 2147483647 w 429"/>
              <a:gd name="T87" fmla="*/ 2147483647 h 509"/>
              <a:gd name="T88" fmla="*/ 2147483647 w 429"/>
              <a:gd name="T89" fmla="*/ 2147483647 h 509"/>
              <a:gd name="T90" fmla="*/ 2147483647 w 429"/>
              <a:gd name="T91" fmla="*/ 2147483647 h 509"/>
              <a:gd name="T92" fmla="*/ 2147483647 w 429"/>
              <a:gd name="T93" fmla="*/ 2147483647 h 509"/>
              <a:gd name="T94" fmla="*/ 2147483647 w 429"/>
              <a:gd name="T95" fmla="*/ 2147483647 h 509"/>
              <a:gd name="T96" fmla="*/ 2147483647 w 429"/>
              <a:gd name="T97" fmla="*/ 2147483647 h 509"/>
              <a:gd name="T98" fmla="*/ 2147483647 w 429"/>
              <a:gd name="T99" fmla="*/ 2147483647 h 509"/>
              <a:gd name="T100" fmla="*/ 2147483647 w 429"/>
              <a:gd name="T101" fmla="*/ 2147483647 h 509"/>
              <a:gd name="T102" fmla="*/ 2147483647 w 429"/>
              <a:gd name="T103" fmla="*/ 2147483647 h 509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429" h="509">
                <a:moveTo>
                  <a:pt x="429" y="256"/>
                </a:moveTo>
                <a:lnTo>
                  <a:pt x="428" y="270"/>
                </a:lnTo>
                <a:lnTo>
                  <a:pt x="427" y="285"/>
                </a:lnTo>
                <a:lnTo>
                  <a:pt x="427" y="299"/>
                </a:lnTo>
                <a:lnTo>
                  <a:pt x="425" y="312"/>
                </a:lnTo>
                <a:lnTo>
                  <a:pt x="423" y="325"/>
                </a:lnTo>
                <a:lnTo>
                  <a:pt x="420" y="337"/>
                </a:lnTo>
                <a:lnTo>
                  <a:pt x="417" y="350"/>
                </a:lnTo>
                <a:lnTo>
                  <a:pt x="413" y="362"/>
                </a:lnTo>
                <a:lnTo>
                  <a:pt x="409" y="373"/>
                </a:lnTo>
                <a:lnTo>
                  <a:pt x="405" y="384"/>
                </a:lnTo>
                <a:lnTo>
                  <a:pt x="400" y="395"/>
                </a:lnTo>
                <a:lnTo>
                  <a:pt x="395" y="405"/>
                </a:lnTo>
                <a:lnTo>
                  <a:pt x="389" y="415"/>
                </a:lnTo>
                <a:lnTo>
                  <a:pt x="383" y="424"/>
                </a:lnTo>
                <a:lnTo>
                  <a:pt x="377" y="433"/>
                </a:lnTo>
                <a:lnTo>
                  <a:pt x="371" y="442"/>
                </a:lnTo>
                <a:lnTo>
                  <a:pt x="363" y="449"/>
                </a:lnTo>
                <a:lnTo>
                  <a:pt x="356" y="457"/>
                </a:lnTo>
                <a:lnTo>
                  <a:pt x="348" y="464"/>
                </a:lnTo>
                <a:lnTo>
                  <a:pt x="339" y="471"/>
                </a:lnTo>
                <a:lnTo>
                  <a:pt x="330" y="477"/>
                </a:lnTo>
                <a:lnTo>
                  <a:pt x="321" y="482"/>
                </a:lnTo>
                <a:lnTo>
                  <a:pt x="313" y="487"/>
                </a:lnTo>
                <a:lnTo>
                  <a:pt x="303" y="492"/>
                </a:lnTo>
                <a:lnTo>
                  <a:pt x="292" y="496"/>
                </a:lnTo>
                <a:lnTo>
                  <a:pt x="282" y="500"/>
                </a:lnTo>
                <a:lnTo>
                  <a:pt x="272" y="503"/>
                </a:lnTo>
                <a:lnTo>
                  <a:pt x="260" y="505"/>
                </a:lnTo>
                <a:lnTo>
                  <a:pt x="249" y="507"/>
                </a:lnTo>
                <a:lnTo>
                  <a:pt x="238" y="509"/>
                </a:lnTo>
                <a:lnTo>
                  <a:pt x="226" y="509"/>
                </a:lnTo>
                <a:lnTo>
                  <a:pt x="213" y="509"/>
                </a:lnTo>
                <a:lnTo>
                  <a:pt x="202" y="509"/>
                </a:lnTo>
                <a:lnTo>
                  <a:pt x="190" y="508"/>
                </a:lnTo>
                <a:lnTo>
                  <a:pt x="178" y="507"/>
                </a:lnTo>
                <a:lnTo>
                  <a:pt x="167" y="505"/>
                </a:lnTo>
                <a:lnTo>
                  <a:pt x="155" y="503"/>
                </a:lnTo>
                <a:lnTo>
                  <a:pt x="145" y="499"/>
                </a:lnTo>
                <a:lnTo>
                  <a:pt x="134" y="496"/>
                </a:lnTo>
                <a:lnTo>
                  <a:pt x="125" y="492"/>
                </a:lnTo>
                <a:lnTo>
                  <a:pt x="115" y="487"/>
                </a:lnTo>
                <a:lnTo>
                  <a:pt x="105" y="482"/>
                </a:lnTo>
                <a:lnTo>
                  <a:pt x="96" y="476"/>
                </a:lnTo>
                <a:lnTo>
                  <a:pt x="88" y="470"/>
                </a:lnTo>
                <a:lnTo>
                  <a:pt x="80" y="463"/>
                </a:lnTo>
                <a:lnTo>
                  <a:pt x="72" y="457"/>
                </a:lnTo>
                <a:lnTo>
                  <a:pt x="64" y="448"/>
                </a:lnTo>
                <a:lnTo>
                  <a:pt x="57" y="441"/>
                </a:lnTo>
                <a:lnTo>
                  <a:pt x="50" y="432"/>
                </a:lnTo>
                <a:lnTo>
                  <a:pt x="44" y="423"/>
                </a:lnTo>
                <a:lnTo>
                  <a:pt x="38" y="414"/>
                </a:lnTo>
                <a:lnTo>
                  <a:pt x="32" y="404"/>
                </a:lnTo>
                <a:lnTo>
                  <a:pt x="27" y="394"/>
                </a:lnTo>
                <a:lnTo>
                  <a:pt x="23" y="383"/>
                </a:lnTo>
                <a:lnTo>
                  <a:pt x="18" y="372"/>
                </a:lnTo>
                <a:lnTo>
                  <a:pt x="15" y="360"/>
                </a:lnTo>
                <a:lnTo>
                  <a:pt x="11" y="349"/>
                </a:lnTo>
                <a:lnTo>
                  <a:pt x="8" y="337"/>
                </a:lnTo>
                <a:lnTo>
                  <a:pt x="6" y="324"/>
                </a:lnTo>
                <a:lnTo>
                  <a:pt x="3" y="311"/>
                </a:lnTo>
                <a:lnTo>
                  <a:pt x="2" y="297"/>
                </a:lnTo>
                <a:lnTo>
                  <a:pt x="0" y="284"/>
                </a:lnTo>
                <a:lnTo>
                  <a:pt x="0" y="270"/>
                </a:lnTo>
                <a:lnTo>
                  <a:pt x="0" y="255"/>
                </a:lnTo>
                <a:lnTo>
                  <a:pt x="0" y="241"/>
                </a:lnTo>
                <a:lnTo>
                  <a:pt x="0" y="226"/>
                </a:lnTo>
                <a:lnTo>
                  <a:pt x="2" y="213"/>
                </a:lnTo>
                <a:lnTo>
                  <a:pt x="3" y="200"/>
                </a:lnTo>
                <a:lnTo>
                  <a:pt x="6" y="187"/>
                </a:lnTo>
                <a:lnTo>
                  <a:pt x="8" y="174"/>
                </a:lnTo>
                <a:lnTo>
                  <a:pt x="11" y="162"/>
                </a:lnTo>
                <a:lnTo>
                  <a:pt x="15" y="150"/>
                </a:lnTo>
                <a:lnTo>
                  <a:pt x="18" y="139"/>
                </a:lnTo>
                <a:lnTo>
                  <a:pt x="23" y="127"/>
                </a:lnTo>
                <a:lnTo>
                  <a:pt x="28" y="116"/>
                </a:lnTo>
                <a:lnTo>
                  <a:pt x="32" y="107"/>
                </a:lnTo>
                <a:lnTo>
                  <a:pt x="38" y="96"/>
                </a:lnTo>
                <a:lnTo>
                  <a:pt x="44" y="87"/>
                </a:lnTo>
                <a:lnTo>
                  <a:pt x="50" y="78"/>
                </a:lnTo>
                <a:lnTo>
                  <a:pt x="58" y="69"/>
                </a:lnTo>
                <a:lnTo>
                  <a:pt x="64" y="61"/>
                </a:lnTo>
                <a:lnTo>
                  <a:pt x="72" y="54"/>
                </a:lnTo>
                <a:lnTo>
                  <a:pt x="80" y="46"/>
                </a:lnTo>
                <a:lnTo>
                  <a:pt x="88" y="39"/>
                </a:lnTo>
                <a:lnTo>
                  <a:pt x="96" y="34"/>
                </a:lnTo>
                <a:lnTo>
                  <a:pt x="105" y="28"/>
                </a:lnTo>
                <a:lnTo>
                  <a:pt x="114" y="23"/>
                </a:lnTo>
                <a:lnTo>
                  <a:pt x="124" y="18"/>
                </a:lnTo>
                <a:lnTo>
                  <a:pt x="134" y="14"/>
                </a:lnTo>
                <a:lnTo>
                  <a:pt x="144" y="10"/>
                </a:lnTo>
                <a:lnTo>
                  <a:pt x="155" y="7"/>
                </a:lnTo>
                <a:lnTo>
                  <a:pt x="166" y="4"/>
                </a:lnTo>
                <a:lnTo>
                  <a:pt x="177" y="3"/>
                </a:lnTo>
                <a:lnTo>
                  <a:pt x="188" y="2"/>
                </a:lnTo>
                <a:lnTo>
                  <a:pt x="200" y="0"/>
                </a:lnTo>
                <a:lnTo>
                  <a:pt x="212" y="0"/>
                </a:lnTo>
                <a:lnTo>
                  <a:pt x="225" y="0"/>
                </a:lnTo>
                <a:lnTo>
                  <a:pt x="237" y="2"/>
                </a:lnTo>
                <a:lnTo>
                  <a:pt x="249" y="3"/>
                </a:lnTo>
                <a:lnTo>
                  <a:pt x="260" y="4"/>
                </a:lnTo>
                <a:lnTo>
                  <a:pt x="272" y="7"/>
                </a:lnTo>
                <a:lnTo>
                  <a:pt x="283" y="10"/>
                </a:lnTo>
                <a:lnTo>
                  <a:pt x="294" y="14"/>
                </a:lnTo>
                <a:lnTo>
                  <a:pt x="304" y="19"/>
                </a:lnTo>
                <a:lnTo>
                  <a:pt x="314" y="23"/>
                </a:lnTo>
                <a:lnTo>
                  <a:pt x="323" y="28"/>
                </a:lnTo>
                <a:lnTo>
                  <a:pt x="333" y="34"/>
                </a:lnTo>
                <a:lnTo>
                  <a:pt x="341" y="41"/>
                </a:lnTo>
                <a:lnTo>
                  <a:pt x="349" y="48"/>
                </a:lnTo>
                <a:lnTo>
                  <a:pt x="357" y="54"/>
                </a:lnTo>
                <a:lnTo>
                  <a:pt x="365" y="63"/>
                </a:lnTo>
                <a:lnTo>
                  <a:pt x="372" y="71"/>
                </a:lnTo>
                <a:lnTo>
                  <a:pt x="379" y="79"/>
                </a:lnTo>
                <a:lnTo>
                  <a:pt x="385" y="89"/>
                </a:lnTo>
                <a:lnTo>
                  <a:pt x="391" y="98"/>
                </a:lnTo>
                <a:lnTo>
                  <a:pt x="397" y="108"/>
                </a:lnTo>
                <a:lnTo>
                  <a:pt x="401" y="118"/>
                </a:lnTo>
                <a:lnTo>
                  <a:pt x="406" y="129"/>
                </a:lnTo>
                <a:lnTo>
                  <a:pt x="410" y="140"/>
                </a:lnTo>
                <a:lnTo>
                  <a:pt x="414" y="151"/>
                </a:lnTo>
                <a:lnTo>
                  <a:pt x="418" y="163"/>
                </a:lnTo>
                <a:lnTo>
                  <a:pt x="421" y="176"/>
                </a:lnTo>
                <a:lnTo>
                  <a:pt x="423" y="188"/>
                </a:lnTo>
                <a:lnTo>
                  <a:pt x="425" y="201"/>
                </a:lnTo>
                <a:lnTo>
                  <a:pt x="427" y="215"/>
                </a:lnTo>
                <a:lnTo>
                  <a:pt x="427" y="228"/>
                </a:lnTo>
                <a:lnTo>
                  <a:pt x="428" y="242"/>
                </a:lnTo>
                <a:lnTo>
                  <a:pt x="429" y="256"/>
                </a:lnTo>
                <a:lnTo>
                  <a:pt x="117" y="249"/>
                </a:lnTo>
                <a:lnTo>
                  <a:pt x="117" y="274"/>
                </a:lnTo>
                <a:lnTo>
                  <a:pt x="118" y="297"/>
                </a:lnTo>
                <a:lnTo>
                  <a:pt x="120" y="318"/>
                </a:lnTo>
                <a:lnTo>
                  <a:pt x="123" y="337"/>
                </a:lnTo>
                <a:lnTo>
                  <a:pt x="127" y="353"/>
                </a:lnTo>
                <a:lnTo>
                  <a:pt x="131" y="368"/>
                </a:lnTo>
                <a:lnTo>
                  <a:pt x="137" y="381"/>
                </a:lnTo>
                <a:lnTo>
                  <a:pt x="143" y="393"/>
                </a:lnTo>
                <a:lnTo>
                  <a:pt x="146" y="398"/>
                </a:lnTo>
                <a:lnTo>
                  <a:pt x="149" y="402"/>
                </a:lnTo>
                <a:lnTo>
                  <a:pt x="152" y="407"/>
                </a:lnTo>
                <a:lnTo>
                  <a:pt x="156" y="410"/>
                </a:lnTo>
                <a:lnTo>
                  <a:pt x="161" y="414"/>
                </a:lnTo>
                <a:lnTo>
                  <a:pt x="164" y="417"/>
                </a:lnTo>
                <a:lnTo>
                  <a:pt x="169" y="420"/>
                </a:lnTo>
                <a:lnTo>
                  <a:pt x="173" y="422"/>
                </a:lnTo>
                <a:lnTo>
                  <a:pt x="183" y="426"/>
                </a:lnTo>
                <a:lnTo>
                  <a:pt x="193" y="429"/>
                </a:lnTo>
                <a:lnTo>
                  <a:pt x="204" y="430"/>
                </a:lnTo>
                <a:lnTo>
                  <a:pt x="216" y="430"/>
                </a:lnTo>
                <a:lnTo>
                  <a:pt x="227" y="430"/>
                </a:lnTo>
                <a:lnTo>
                  <a:pt x="237" y="428"/>
                </a:lnTo>
                <a:lnTo>
                  <a:pt x="248" y="425"/>
                </a:lnTo>
                <a:lnTo>
                  <a:pt x="257" y="421"/>
                </a:lnTo>
                <a:lnTo>
                  <a:pt x="261" y="419"/>
                </a:lnTo>
                <a:lnTo>
                  <a:pt x="266" y="416"/>
                </a:lnTo>
                <a:lnTo>
                  <a:pt x="269" y="412"/>
                </a:lnTo>
                <a:lnTo>
                  <a:pt x="274" y="408"/>
                </a:lnTo>
                <a:lnTo>
                  <a:pt x="281" y="400"/>
                </a:lnTo>
                <a:lnTo>
                  <a:pt x="287" y="390"/>
                </a:lnTo>
                <a:lnTo>
                  <a:pt x="293" y="379"/>
                </a:lnTo>
                <a:lnTo>
                  <a:pt x="298" y="366"/>
                </a:lnTo>
                <a:lnTo>
                  <a:pt x="303" y="352"/>
                </a:lnTo>
                <a:lnTo>
                  <a:pt x="306" y="337"/>
                </a:lnTo>
                <a:lnTo>
                  <a:pt x="309" y="320"/>
                </a:lnTo>
                <a:lnTo>
                  <a:pt x="311" y="300"/>
                </a:lnTo>
                <a:lnTo>
                  <a:pt x="312" y="280"/>
                </a:lnTo>
                <a:lnTo>
                  <a:pt x="313" y="258"/>
                </a:lnTo>
                <a:lnTo>
                  <a:pt x="312" y="234"/>
                </a:lnTo>
                <a:lnTo>
                  <a:pt x="310" y="211"/>
                </a:lnTo>
                <a:lnTo>
                  <a:pt x="309" y="191"/>
                </a:lnTo>
                <a:lnTo>
                  <a:pt x="306" y="172"/>
                </a:lnTo>
                <a:lnTo>
                  <a:pt x="301" y="156"/>
                </a:lnTo>
                <a:lnTo>
                  <a:pt x="297" y="142"/>
                </a:lnTo>
                <a:lnTo>
                  <a:pt x="292" y="129"/>
                </a:lnTo>
                <a:lnTo>
                  <a:pt x="286" y="118"/>
                </a:lnTo>
                <a:lnTo>
                  <a:pt x="282" y="112"/>
                </a:lnTo>
                <a:lnTo>
                  <a:pt x="279" y="108"/>
                </a:lnTo>
                <a:lnTo>
                  <a:pt x="275" y="104"/>
                </a:lnTo>
                <a:lnTo>
                  <a:pt x="272" y="100"/>
                </a:lnTo>
                <a:lnTo>
                  <a:pt x="267" y="97"/>
                </a:lnTo>
                <a:lnTo>
                  <a:pt x="263" y="93"/>
                </a:lnTo>
                <a:lnTo>
                  <a:pt x="259" y="91"/>
                </a:lnTo>
                <a:lnTo>
                  <a:pt x="254" y="89"/>
                </a:lnTo>
                <a:lnTo>
                  <a:pt x="245" y="84"/>
                </a:lnTo>
                <a:lnTo>
                  <a:pt x="234" y="82"/>
                </a:lnTo>
                <a:lnTo>
                  <a:pt x="224" y="80"/>
                </a:lnTo>
                <a:lnTo>
                  <a:pt x="213" y="80"/>
                </a:lnTo>
                <a:lnTo>
                  <a:pt x="201" y="80"/>
                </a:lnTo>
                <a:lnTo>
                  <a:pt x="189" y="82"/>
                </a:lnTo>
                <a:lnTo>
                  <a:pt x="179" y="85"/>
                </a:lnTo>
                <a:lnTo>
                  <a:pt x="169" y="89"/>
                </a:lnTo>
                <a:lnTo>
                  <a:pt x="165" y="92"/>
                </a:lnTo>
                <a:lnTo>
                  <a:pt x="161" y="95"/>
                </a:lnTo>
                <a:lnTo>
                  <a:pt x="157" y="98"/>
                </a:lnTo>
                <a:lnTo>
                  <a:pt x="153" y="102"/>
                </a:lnTo>
                <a:lnTo>
                  <a:pt x="146" y="110"/>
                </a:lnTo>
                <a:lnTo>
                  <a:pt x="140" y="120"/>
                </a:lnTo>
                <a:lnTo>
                  <a:pt x="134" y="131"/>
                </a:lnTo>
                <a:lnTo>
                  <a:pt x="129" y="143"/>
                </a:lnTo>
                <a:lnTo>
                  <a:pt x="126" y="157"/>
                </a:lnTo>
                <a:lnTo>
                  <a:pt x="123" y="172"/>
                </a:lnTo>
                <a:lnTo>
                  <a:pt x="120" y="189"/>
                </a:lnTo>
                <a:lnTo>
                  <a:pt x="118" y="207"/>
                </a:lnTo>
                <a:lnTo>
                  <a:pt x="117" y="227"/>
                </a:lnTo>
                <a:lnTo>
                  <a:pt x="117" y="249"/>
                </a:lnTo>
                <a:lnTo>
                  <a:pt x="429" y="2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728" tIns="42364" rIns="84728" bIns="42364"/>
          <a:lstStyle/>
          <a:p>
            <a:endParaRPr lang="en-US" sz="2276" dirty="0"/>
          </a:p>
        </p:txBody>
      </p:sp>
      <p:sp>
        <p:nvSpPr>
          <p:cNvPr id="1076" name="Rectangle 136"/>
          <p:cNvSpPr>
            <a:spLocks noChangeArrowheads="1"/>
          </p:cNvSpPr>
          <p:nvPr/>
        </p:nvSpPr>
        <p:spPr bwMode="auto">
          <a:xfrm>
            <a:off x="0" y="0"/>
            <a:ext cx="30276800" cy="5087938"/>
          </a:xfrm>
          <a:prstGeom prst="rect">
            <a:avLst/>
          </a:prstGeom>
          <a:solidFill>
            <a:srgbClr val="7D9A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4728" tIns="42364" rIns="84728" bIns="42364" anchor="ctr"/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en-US" altLang="de-DE" sz="2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175186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175186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  <a:ea typeface="ＭＳ Ｐゴシック" charset="-128"/>
          <a:cs typeface="ＭＳ Ｐゴシック" charset="-128"/>
        </a:defRPr>
      </a:lvl2pPr>
      <a:lvl3pPr algn="ctr" defTabSz="4175186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  <a:ea typeface="ＭＳ Ｐゴシック" charset="-128"/>
          <a:cs typeface="ＭＳ Ｐゴシック" charset="-128"/>
        </a:defRPr>
      </a:lvl3pPr>
      <a:lvl4pPr algn="ctr" defTabSz="4175186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  <a:ea typeface="ＭＳ Ｐゴシック" charset="-128"/>
          <a:cs typeface="ＭＳ Ｐゴシック" charset="-128"/>
        </a:defRPr>
      </a:lvl4pPr>
      <a:lvl5pPr algn="ctr" defTabSz="4175186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  <a:ea typeface="ＭＳ Ｐゴシック" charset="-128"/>
          <a:cs typeface="ＭＳ Ｐゴシック" charset="-128"/>
        </a:defRPr>
      </a:lvl5pPr>
      <a:lvl6pPr marL="423648" algn="ctr" defTabSz="4176167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</a:defRPr>
      </a:lvl6pPr>
      <a:lvl7pPr marL="847296" algn="ctr" defTabSz="4176167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</a:defRPr>
      </a:lvl7pPr>
      <a:lvl8pPr marL="1270944" algn="ctr" defTabSz="4176167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</a:defRPr>
      </a:lvl8pPr>
      <a:lvl9pPr marL="1694590" algn="ctr" defTabSz="4176167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Times New Roman" pitchFamily="112" charset="0"/>
        </a:defRPr>
      </a:lvl9pPr>
    </p:titleStyle>
    <p:bodyStyle>
      <a:lvl1pPr marL="1565298" indent="-1565298" algn="l" defTabSz="4175186" rtl="0" eaLnBrk="0" fontAlgn="base" hangingPunct="0">
        <a:spcBef>
          <a:spcPct val="20000"/>
        </a:spcBef>
        <a:spcAft>
          <a:spcPct val="0"/>
        </a:spcAft>
        <a:buChar char="•"/>
        <a:defRPr sz="146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3392537" indent="-1304944" algn="l" defTabSz="4175186" rtl="0" eaLnBrk="0" fontAlgn="base" hangingPunct="0">
        <a:spcBef>
          <a:spcPct val="20000"/>
        </a:spcBef>
        <a:spcAft>
          <a:spcPct val="0"/>
        </a:spcAft>
        <a:buChar char="–"/>
        <a:defRPr sz="12800">
          <a:solidFill>
            <a:schemeClr val="tx1"/>
          </a:solidFill>
          <a:latin typeface="+mn-lt"/>
          <a:ea typeface="ＭＳ Ｐゴシック" charset="-128"/>
        </a:defRPr>
      </a:lvl2pPr>
      <a:lvl3pPr marL="5219775" indent="-1043003" algn="l" defTabSz="4175186" rtl="0" eaLnBrk="0" fontAlgn="base" hangingPunct="0">
        <a:spcBef>
          <a:spcPct val="20000"/>
        </a:spcBef>
        <a:spcAft>
          <a:spcPct val="0"/>
        </a:spcAft>
        <a:buChar char="•"/>
        <a:defRPr sz="10900">
          <a:solidFill>
            <a:schemeClr val="tx1"/>
          </a:solidFill>
          <a:latin typeface="+mn-lt"/>
          <a:ea typeface="ＭＳ Ｐゴシック" charset="-128"/>
        </a:defRPr>
      </a:lvl3pPr>
      <a:lvl4pPr marL="7307369" indent="-1043003" algn="l" defTabSz="4175186" rtl="0" eaLnBrk="0" fontAlgn="base" hangingPunct="0">
        <a:spcBef>
          <a:spcPct val="20000"/>
        </a:spcBef>
        <a:spcAft>
          <a:spcPct val="0"/>
        </a:spcAft>
        <a:buChar char="–"/>
        <a:defRPr sz="9201">
          <a:solidFill>
            <a:schemeClr val="tx1"/>
          </a:solidFill>
          <a:latin typeface="+mn-lt"/>
          <a:ea typeface="ＭＳ Ｐゴシック" charset="-128"/>
        </a:defRPr>
      </a:lvl4pPr>
      <a:lvl5pPr marL="9394961" indent="-1041415" algn="l" defTabSz="4175186" rtl="0" eaLnBrk="0" fontAlgn="base" hangingPunct="0">
        <a:spcBef>
          <a:spcPct val="20000"/>
        </a:spcBef>
        <a:spcAft>
          <a:spcPct val="0"/>
        </a:spcAft>
        <a:buChar char="»"/>
        <a:defRPr sz="9201">
          <a:solidFill>
            <a:schemeClr val="tx1"/>
          </a:solidFill>
          <a:latin typeface="+mn-lt"/>
          <a:ea typeface="ＭＳ Ｐゴシック" charset="-128"/>
        </a:defRPr>
      </a:lvl5pPr>
      <a:lvl6pPr marL="9818917" indent="-1042939" algn="l" defTabSz="4176167" rtl="0" fontAlgn="base">
        <a:spcBef>
          <a:spcPct val="20000"/>
        </a:spcBef>
        <a:spcAft>
          <a:spcPct val="0"/>
        </a:spcAft>
        <a:buChar char="»"/>
        <a:defRPr sz="9201">
          <a:solidFill>
            <a:schemeClr val="tx1"/>
          </a:solidFill>
          <a:latin typeface="+mn-lt"/>
        </a:defRPr>
      </a:lvl6pPr>
      <a:lvl7pPr marL="10242564" indent="-1042939" algn="l" defTabSz="4176167" rtl="0" fontAlgn="base">
        <a:spcBef>
          <a:spcPct val="20000"/>
        </a:spcBef>
        <a:spcAft>
          <a:spcPct val="0"/>
        </a:spcAft>
        <a:buChar char="»"/>
        <a:defRPr sz="9201">
          <a:solidFill>
            <a:schemeClr val="tx1"/>
          </a:solidFill>
          <a:latin typeface="+mn-lt"/>
        </a:defRPr>
      </a:lvl7pPr>
      <a:lvl8pPr marL="10666212" indent="-1042939" algn="l" defTabSz="4176167" rtl="0" fontAlgn="base">
        <a:spcBef>
          <a:spcPct val="20000"/>
        </a:spcBef>
        <a:spcAft>
          <a:spcPct val="0"/>
        </a:spcAft>
        <a:buChar char="»"/>
        <a:defRPr sz="9201">
          <a:solidFill>
            <a:schemeClr val="tx1"/>
          </a:solidFill>
          <a:latin typeface="+mn-lt"/>
        </a:defRPr>
      </a:lvl8pPr>
      <a:lvl9pPr marL="11089860" indent="-1042939" algn="l" defTabSz="4176167" rtl="0" fontAlgn="base">
        <a:spcBef>
          <a:spcPct val="20000"/>
        </a:spcBef>
        <a:spcAft>
          <a:spcPct val="0"/>
        </a:spcAft>
        <a:buChar char="»"/>
        <a:defRPr sz="920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3648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47296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70944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94590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18238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41886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65534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89181" algn="l" defTabSz="847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2"/>
          <p:cNvSpPr txBox="1">
            <a:spLocks noChangeArrowheads="1"/>
          </p:cNvSpPr>
          <p:nvPr/>
        </p:nvSpPr>
        <p:spPr bwMode="auto">
          <a:xfrm>
            <a:off x="71440" y="41428989"/>
            <a:ext cx="30106937" cy="1293812"/>
          </a:xfrm>
          <a:prstGeom prst="rect">
            <a:avLst/>
          </a:prstGeom>
          <a:solidFill>
            <a:srgbClr val="7D9AAA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endParaRPr lang="de-DE" altLang="de-DE" sz="1800" dirty="0">
              <a:solidFill>
                <a:schemeClr val="bg1"/>
              </a:solidFill>
            </a:endParaRPr>
          </a:p>
          <a:p>
            <a:pPr eaLnBrk="1" hangingPunct="1"/>
            <a:endParaRPr lang="de-DE" altLang="de-DE" sz="1800" baseline="30000" dirty="0">
              <a:solidFill>
                <a:schemeClr val="bg1"/>
              </a:solidFill>
            </a:endParaRPr>
          </a:p>
          <a:p>
            <a:pPr eaLnBrk="1" hangingPunct="1"/>
            <a:endParaRPr lang="de-DE" altLang="de-DE" sz="1800" baseline="30000" dirty="0">
              <a:solidFill>
                <a:schemeClr val="bg1"/>
              </a:solidFill>
            </a:endParaRPr>
          </a:p>
          <a:p>
            <a:pPr eaLnBrk="1" hangingPunct="1"/>
            <a:endParaRPr lang="de-DE" altLang="de-DE" sz="1800" baseline="30000" dirty="0">
              <a:solidFill>
                <a:schemeClr val="bg1"/>
              </a:solidFill>
            </a:endParaRPr>
          </a:p>
          <a:p>
            <a:pPr eaLnBrk="1" hangingPunct="1"/>
            <a:endParaRPr lang="de-DE" altLang="de-DE" sz="1800" baseline="30000" dirty="0">
              <a:solidFill>
                <a:schemeClr val="bg1"/>
              </a:solidFill>
            </a:endParaRPr>
          </a:p>
          <a:p>
            <a:pPr eaLnBrk="1" hangingPunct="1"/>
            <a:endParaRPr lang="en-GB" altLang="de-DE" sz="1800" baseline="30000" dirty="0">
              <a:solidFill>
                <a:schemeClr val="bg1"/>
              </a:solidFill>
            </a:endParaRPr>
          </a:p>
        </p:txBody>
      </p:sp>
      <p:sp>
        <p:nvSpPr>
          <p:cNvPr id="2051" name="Textfeld 1"/>
          <p:cNvSpPr txBox="1">
            <a:spLocks noChangeArrowheads="1"/>
          </p:cNvSpPr>
          <p:nvPr/>
        </p:nvSpPr>
        <p:spPr bwMode="auto">
          <a:xfrm>
            <a:off x="351639" y="5621545"/>
            <a:ext cx="295243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6000" b="1" dirty="0"/>
              <a:t>Deep Learning-Based Cell Segmentation for Cellular Analysis</a:t>
            </a:r>
            <a:endParaRPr lang="en-US" altLang="de-DE" sz="7200" b="1" dirty="0"/>
          </a:p>
        </p:txBody>
      </p:sp>
      <p:sp>
        <p:nvSpPr>
          <p:cNvPr id="2052" name="Text Box 21"/>
          <p:cNvSpPr txBox="1">
            <a:spLocks noChangeArrowheads="1"/>
          </p:cNvSpPr>
          <p:nvPr/>
        </p:nvSpPr>
        <p:spPr bwMode="auto">
          <a:xfrm>
            <a:off x="207169" y="7129150"/>
            <a:ext cx="298624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17671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417671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417671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417671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417671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sz="3200" dirty="0"/>
              <a:t>Romain Topalian</a:t>
            </a:r>
            <a:r>
              <a:rPr lang="de-DE" sz="3200" baseline="30000" dirty="0"/>
              <a:t>1</a:t>
            </a:r>
          </a:p>
        </p:txBody>
      </p:sp>
      <p:sp>
        <p:nvSpPr>
          <p:cNvPr id="2053" name="Rechteck 396"/>
          <p:cNvSpPr>
            <a:spLocks noChangeArrowheads="1"/>
          </p:cNvSpPr>
          <p:nvPr/>
        </p:nvSpPr>
        <p:spPr bwMode="auto">
          <a:xfrm>
            <a:off x="195660" y="7838689"/>
            <a:ext cx="29885481" cy="37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GB" altLang="de-DE" sz="2800" baseline="30000" dirty="0"/>
              <a:t>1: University of Applied Sciences Biberach, Institute of Applied Biotechnology, Hubertus-Liebrecht-Str. 35, 88400 Biberach, Germany; * Presenting author: topalian@hochschule-bc.de</a:t>
            </a:r>
          </a:p>
        </p:txBody>
      </p:sp>
      <p:sp>
        <p:nvSpPr>
          <p:cNvPr id="2" name="Rechteck 1"/>
          <p:cNvSpPr/>
          <p:nvPr/>
        </p:nvSpPr>
        <p:spPr>
          <a:xfrm>
            <a:off x="207168" y="8510588"/>
            <a:ext cx="29847381" cy="3280834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2276" dirty="0"/>
          </a:p>
        </p:txBody>
      </p:sp>
      <p:sp>
        <p:nvSpPr>
          <p:cNvPr id="115" name="Rechteck 114"/>
          <p:cNvSpPr/>
          <p:nvPr/>
        </p:nvSpPr>
        <p:spPr>
          <a:xfrm>
            <a:off x="207169" y="8520153"/>
            <a:ext cx="8796395" cy="49299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2276" dirty="0"/>
          </a:p>
        </p:txBody>
      </p:sp>
      <p:sp>
        <p:nvSpPr>
          <p:cNvPr id="118" name="Rechteck 117"/>
          <p:cNvSpPr/>
          <p:nvPr/>
        </p:nvSpPr>
        <p:spPr>
          <a:xfrm>
            <a:off x="207170" y="37753720"/>
            <a:ext cx="29847380" cy="356520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2276" dirty="0"/>
          </a:p>
        </p:txBody>
      </p:sp>
      <p:sp>
        <p:nvSpPr>
          <p:cNvPr id="2062" name="Textfeld 3"/>
          <p:cNvSpPr txBox="1">
            <a:spLocks noChangeArrowheads="1"/>
          </p:cNvSpPr>
          <p:nvPr/>
        </p:nvSpPr>
        <p:spPr bwMode="auto">
          <a:xfrm>
            <a:off x="71440" y="9450904"/>
            <a:ext cx="8796396" cy="36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151063" indent="1349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608263" indent="1349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065463" indent="1349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22663" indent="1349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just" eaLnBrk="1" hangingPunct="1">
              <a:spcAft>
                <a:spcPts val="300"/>
              </a:spcAft>
              <a:buFont typeface="Wingdings" pitchFamily="2" charset="2"/>
              <a:buChar char="§"/>
            </a:pPr>
            <a:r>
              <a:rPr lang="en-US" sz="2800" b="1" dirty="0"/>
              <a:t>Cell analysis </a:t>
            </a:r>
            <a:r>
              <a:rPr lang="en-US" sz="2800" dirty="0"/>
              <a:t>from fluorescence microscopy images is essential in biological and biomedical research.</a:t>
            </a:r>
          </a:p>
          <a:p>
            <a:pPr algn="just" eaLnBrk="1" hangingPunct="1">
              <a:spcAft>
                <a:spcPts val="300"/>
              </a:spcAft>
              <a:buFont typeface="Wingdings" pitchFamily="2" charset="2"/>
              <a:buChar char="§"/>
            </a:pPr>
            <a:r>
              <a:rPr lang="en-US" sz="2800" b="1" dirty="0"/>
              <a:t>Manual image evaluation </a:t>
            </a:r>
            <a:r>
              <a:rPr lang="en-US" sz="2800" dirty="0"/>
              <a:t>is often time-consuming, subjective, and difficult to reproduce, especially for large datasets.</a:t>
            </a:r>
          </a:p>
          <a:p>
            <a:pPr algn="just" eaLnBrk="1" hangingPunct="1">
              <a:spcAft>
                <a:spcPts val="300"/>
              </a:spcAft>
              <a:buFont typeface="Wingdings" pitchFamily="2" charset="2"/>
              <a:buChar char="§"/>
            </a:pPr>
            <a:r>
              <a:rPr lang="en-US" sz="2800" dirty="0"/>
              <a:t>This project uses </a:t>
            </a:r>
            <a:r>
              <a:rPr lang="en-US" sz="2800" b="1" dirty="0" err="1"/>
              <a:t>Cellpose</a:t>
            </a:r>
            <a:r>
              <a:rPr lang="en-US" sz="2800" dirty="0"/>
              <a:t> to automate </a:t>
            </a:r>
            <a:r>
              <a:rPr lang="en-US" sz="2800" b="1" dirty="0"/>
              <a:t>cell segmentation</a:t>
            </a:r>
            <a:r>
              <a:rPr lang="en-US" sz="2800" dirty="0"/>
              <a:t> and support their quantification</a:t>
            </a:r>
            <a:endParaRPr lang="en-US" altLang="de-DE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58F960-DEA5-20C8-DDCD-547742DAA1FC}"/>
              </a:ext>
            </a:extLst>
          </p:cNvPr>
          <p:cNvSpPr txBox="1"/>
          <p:nvPr/>
        </p:nvSpPr>
        <p:spPr>
          <a:xfrm>
            <a:off x="9053397" y="12286862"/>
            <a:ext cx="203915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altLang="de-DE" b="1" dirty="0"/>
              <a:t>Figure 1: </a:t>
            </a:r>
            <a:r>
              <a:rPr lang="en-GB" b="1" dirty="0"/>
              <a:t>Workflow of</a:t>
            </a:r>
            <a:r>
              <a:rPr lang="en-US" b="1" dirty="0"/>
              <a:t> the Segmentation and Retraining Process: </a:t>
            </a:r>
            <a:r>
              <a:rPr lang="en-US" dirty="0"/>
              <a:t>A pretrained </a:t>
            </a:r>
            <a:r>
              <a:rPr lang="en-US" dirty="0" err="1"/>
              <a:t>Cellpose</a:t>
            </a:r>
            <a:r>
              <a:rPr lang="en-US" dirty="0"/>
              <a:t> model was first applied to fluorescence microscopy images to generate initial segmentation masks. These masks were manually corrected in </a:t>
            </a:r>
            <a:r>
              <a:rPr lang="en-US" dirty="0" err="1"/>
              <a:t>napari</a:t>
            </a:r>
            <a:r>
              <a:rPr lang="en-US" dirty="0"/>
              <a:t> and used as ground truth for supervised fine-tuning, leading to improved cell segmentation on the target dataset.</a:t>
            </a:r>
            <a:endParaRPr lang="en-US" altLang="de-DE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7232F7-61F8-CD6C-206B-36D1E22E81CB}"/>
              </a:ext>
            </a:extLst>
          </p:cNvPr>
          <p:cNvSpPr txBox="1"/>
          <p:nvPr/>
        </p:nvSpPr>
        <p:spPr>
          <a:xfrm>
            <a:off x="7518807" y="20591777"/>
            <a:ext cx="82401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/>
              <a:t>Figure 3: Manual correction in </a:t>
            </a:r>
            <a:r>
              <a:rPr lang="en-US" b="1" dirty="0" err="1"/>
              <a:t>napari</a:t>
            </a:r>
            <a:r>
              <a:rPr lang="en-US" b="1" dirty="0"/>
              <a:t> produced high-quality ground-truth masks for supervised retraining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97CFDA-B5D2-DE46-1870-03028DF5BC76}"/>
              </a:ext>
            </a:extLst>
          </p:cNvPr>
          <p:cNvSpPr txBox="1"/>
          <p:nvPr/>
        </p:nvSpPr>
        <p:spPr>
          <a:xfrm>
            <a:off x="21351273" y="38972133"/>
            <a:ext cx="8502130" cy="234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customized model</a:t>
            </a:r>
            <a:r>
              <a:rPr lang="en-US" sz="2400" dirty="0"/>
              <a:t> can be applied to </a:t>
            </a:r>
            <a:r>
              <a:rPr lang="en-US" sz="2400" b="1" dirty="0"/>
              <a:t>new microscopy datasets</a:t>
            </a:r>
            <a:r>
              <a:rPr lang="en-US" sz="2400" dirty="0"/>
              <a:t> to enable more consistent and automated cell analysis.</a:t>
            </a:r>
          </a:p>
          <a:p>
            <a:pPr marL="360363" indent="-360363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Future work will focus on extending the workflow toward </a:t>
            </a:r>
            <a:r>
              <a:rPr lang="en-US" sz="2400" b="1" dirty="0"/>
              <a:t>cell viability quantification </a:t>
            </a:r>
            <a:r>
              <a:rPr lang="en-US" sz="2400" dirty="0"/>
              <a:t>and the analysis of cellular variability across experimental conditions.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559AB-F68A-B30F-9E3F-750761142BB6}"/>
              </a:ext>
            </a:extLst>
          </p:cNvPr>
          <p:cNvSpPr txBox="1"/>
          <p:nvPr/>
        </p:nvSpPr>
        <p:spPr>
          <a:xfrm>
            <a:off x="376238" y="14379904"/>
            <a:ext cx="6489094" cy="132343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GB" altLang="de-DE" sz="4000" b="1" dirty="0"/>
              <a:t>1. </a:t>
            </a:r>
            <a:r>
              <a:rPr lang="en-US" sz="4000" b="1" dirty="0"/>
              <a:t>Initial segmentation with pretrained </a:t>
            </a:r>
            <a:r>
              <a:rPr lang="en-US" sz="4000" b="1" dirty="0" err="1"/>
              <a:t>Cellpose</a:t>
            </a:r>
            <a:endParaRPr lang="en-GB" altLang="de-DE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04969-E062-0A20-EBEB-5181FECF45FD}"/>
              </a:ext>
            </a:extLst>
          </p:cNvPr>
          <p:cNvSpPr txBox="1"/>
          <p:nvPr/>
        </p:nvSpPr>
        <p:spPr>
          <a:xfrm>
            <a:off x="376239" y="8604541"/>
            <a:ext cx="8491598" cy="76944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GB" altLang="de-DE" sz="4400" b="1" dirty="0"/>
              <a:t>Introduction</a:t>
            </a:r>
            <a:endParaRPr lang="en-GB" altLang="de-DE" sz="4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95F143-238E-96EC-968B-10BB9746C299}"/>
              </a:ext>
            </a:extLst>
          </p:cNvPr>
          <p:cNvSpPr txBox="1"/>
          <p:nvPr/>
        </p:nvSpPr>
        <p:spPr>
          <a:xfrm>
            <a:off x="9251870" y="8607898"/>
            <a:ext cx="6507135" cy="76944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GB" altLang="de-DE" sz="4400" b="1" dirty="0"/>
              <a:t>Methods</a:t>
            </a:r>
            <a:endParaRPr lang="en-GB" altLang="de-DE" sz="4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AE9C5-3A47-75DB-5633-9BB29B5520B6}"/>
              </a:ext>
            </a:extLst>
          </p:cNvPr>
          <p:cNvSpPr txBox="1"/>
          <p:nvPr/>
        </p:nvSpPr>
        <p:spPr>
          <a:xfrm>
            <a:off x="357229" y="13576115"/>
            <a:ext cx="29524325" cy="720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GB" altLang="de-DE" sz="4400" b="1" dirty="0"/>
              <a:t>Results</a:t>
            </a:r>
            <a:endParaRPr lang="en-GB" altLang="de-DE" sz="4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81361-A40C-1E73-C922-F678CFEE2D98}"/>
              </a:ext>
            </a:extLst>
          </p:cNvPr>
          <p:cNvSpPr txBox="1"/>
          <p:nvPr/>
        </p:nvSpPr>
        <p:spPr>
          <a:xfrm>
            <a:off x="357231" y="38005720"/>
            <a:ext cx="20626176" cy="76944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GB" altLang="de-DE" sz="4400" b="1" dirty="0"/>
              <a:t>Conclusion</a:t>
            </a:r>
            <a:endParaRPr lang="en-GB" altLang="de-DE" sz="4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593644-1FFF-879A-AB8B-D3B707A70A66}"/>
              </a:ext>
            </a:extLst>
          </p:cNvPr>
          <p:cNvSpPr txBox="1"/>
          <p:nvPr/>
        </p:nvSpPr>
        <p:spPr>
          <a:xfrm>
            <a:off x="21379425" y="38005719"/>
            <a:ext cx="8502130" cy="76944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GB" altLang="de-DE" sz="4400" b="1" dirty="0"/>
              <a:t>Outlook</a:t>
            </a:r>
            <a:endParaRPr lang="en-GB" altLang="de-DE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928D6-1103-68E3-1AC8-14EF9B9D8C21}"/>
              </a:ext>
            </a:extLst>
          </p:cNvPr>
          <p:cNvSpPr txBox="1"/>
          <p:nvPr/>
        </p:nvSpPr>
        <p:spPr>
          <a:xfrm>
            <a:off x="322773" y="21606247"/>
            <a:ext cx="29524324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de-DE" sz="4000" b="1" dirty="0"/>
              <a:t>4. </a:t>
            </a:r>
            <a:r>
              <a:rPr lang="en-US" sz="4000" b="1" dirty="0"/>
              <a:t>Quantitative evaluation/</a:t>
            </a:r>
            <a:r>
              <a:rPr lang="en-US" altLang="de-DE" sz="4000" b="1" dirty="0"/>
              <a:t>model performance </a:t>
            </a:r>
          </a:p>
        </p:txBody>
      </p:sp>
      <p:sp>
        <p:nvSpPr>
          <p:cNvPr id="116" name="Rechteck 115"/>
          <p:cNvSpPr/>
          <p:nvPr/>
        </p:nvSpPr>
        <p:spPr>
          <a:xfrm>
            <a:off x="207169" y="13450066"/>
            <a:ext cx="29847382" cy="2430045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2276" dirty="0"/>
          </a:p>
        </p:txBody>
      </p:sp>
      <p:sp>
        <p:nvSpPr>
          <p:cNvPr id="38" name="Rechteck 114">
            <a:extLst>
              <a:ext uri="{FF2B5EF4-FFF2-40B4-BE49-F238E27FC236}">
                <a16:creationId xmlns:a16="http://schemas.microsoft.com/office/drawing/2014/main" id="{104CE84C-C40A-95B8-0FC8-A64EBA9D3770}"/>
              </a:ext>
            </a:extLst>
          </p:cNvPr>
          <p:cNvSpPr/>
          <p:nvPr/>
        </p:nvSpPr>
        <p:spPr>
          <a:xfrm>
            <a:off x="207170" y="37753721"/>
            <a:ext cx="20981712" cy="357100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2276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1919419-E5B1-4FC2-A9F4-DF46494713CC}"/>
              </a:ext>
            </a:extLst>
          </p:cNvPr>
          <p:cNvSpPr txBox="1"/>
          <p:nvPr/>
        </p:nvSpPr>
        <p:spPr>
          <a:xfrm>
            <a:off x="7395221" y="14401069"/>
            <a:ext cx="8672335" cy="132343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fr-FR" altLang="de-DE" sz="4000" b="1" dirty="0"/>
              <a:t>2. </a:t>
            </a:r>
            <a:r>
              <a:rPr lang="en-US" sz="4000" b="1" dirty="0"/>
              <a:t>Manual correction and generation of ground truth masks</a:t>
            </a:r>
            <a:endParaRPr lang="fr-FR" altLang="de-DE" sz="4000" b="1" dirty="0"/>
          </a:p>
        </p:txBody>
      </p:sp>
      <p:sp>
        <p:nvSpPr>
          <p:cNvPr id="102" name="TextBox 142">
            <a:extLst>
              <a:ext uri="{FF2B5EF4-FFF2-40B4-BE49-F238E27FC236}">
                <a16:creationId xmlns:a16="http://schemas.microsoft.com/office/drawing/2014/main" id="{81D79FA0-2551-4AF3-99E6-06A78D3788BA}"/>
              </a:ext>
            </a:extLst>
          </p:cNvPr>
          <p:cNvSpPr txBox="1"/>
          <p:nvPr/>
        </p:nvSpPr>
        <p:spPr>
          <a:xfrm>
            <a:off x="16357623" y="14399843"/>
            <a:ext cx="1347773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fr-FR" altLang="de-DE" sz="4000" b="1" dirty="0"/>
              <a:t>3. </a:t>
            </a:r>
            <a:r>
              <a:rPr lang="en-US" sz="4000" b="1" dirty="0"/>
              <a:t>Improved segmentation after model retraining</a:t>
            </a:r>
            <a:endParaRPr lang="fr-FR" altLang="de-DE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13FF5A-B9B2-1702-D2C3-EB3310C9FAD2}"/>
              </a:ext>
            </a:extLst>
          </p:cNvPr>
          <p:cNvSpPr txBox="1"/>
          <p:nvPr/>
        </p:nvSpPr>
        <p:spPr>
          <a:xfrm>
            <a:off x="16357623" y="20494982"/>
            <a:ext cx="12879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4: The fine-tuned </a:t>
            </a:r>
            <a:r>
              <a:rPr lang="en-US" b="1" dirty="0" err="1"/>
              <a:t>Cellpose</a:t>
            </a:r>
            <a:r>
              <a:rPr lang="en-US" b="1" dirty="0"/>
              <a:t> model showed better delineation of cells, improved separation of adjacent cells, and fewer false detections.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82291F-AADF-415D-BA0D-D14477A9F525}"/>
              </a:ext>
            </a:extLst>
          </p:cNvPr>
          <p:cNvSpPr txBox="1"/>
          <p:nvPr/>
        </p:nvSpPr>
        <p:spPr>
          <a:xfrm>
            <a:off x="376238" y="20143955"/>
            <a:ext cx="65867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2: The pretrained </a:t>
            </a:r>
            <a:r>
              <a:rPr lang="en-US" b="1" dirty="0" err="1"/>
              <a:t>Cellpose</a:t>
            </a:r>
            <a:r>
              <a:rPr lang="en-US" b="1" dirty="0"/>
              <a:t> model provided a good initial segmentation but showed errors such as missed cells, merged objects, and false detections.</a:t>
            </a:r>
          </a:p>
        </p:txBody>
      </p:sp>
      <p:pic>
        <p:nvPicPr>
          <p:cNvPr id="1026" name="Picture 2" descr="Universität Bern">
            <a:extLst>
              <a:ext uri="{FF2B5EF4-FFF2-40B4-BE49-F238E27FC236}">
                <a16:creationId xmlns:a16="http://schemas.microsoft.com/office/drawing/2014/main" id="{61A9F89E-D594-4EE5-9A23-49D62AE53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69" y="1318388"/>
            <a:ext cx="3429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F8DE223D-7661-4470-8CB9-CAFAB2160CC6}"/>
              </a:ext>
            </a:extLst>
          </p:cNvPr>
          <p:cNvSpPr txBox="1"/>
          <p:nvPr/>
        </p:nvSpPr>
        <p:spPr>
          <a:xfrm>
            <a:off x="376359" y="30514715"/>
            <a:ext cx="29524324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de-DE" sz="4000" b="1" dirty="0"/>
              <a:t>5. </a:t>
            </a:r>
            <a:r>
              <a:rPr lang="en-US" sz="3600" b="1" dirty="0"/>
              <a:t>Comparison with Watershed: a classical segmentation method</a:t>
            </a:r>
            <a:endParaRPr lang="en-US" altLang="de-DE" sz="3600" b="1" dirty="0"/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C639B971-2408-4813-ADE0-AA52106BB9F9}"/>
              </a:ext>
            </a:extLst>
          </p:cNvPr>
          <p:cNvSpPr txBox="1"/>
          <p:nvPr/>
        </p:nvSpPr>
        <p:spPr>
          <a:xfrm>
            <a:off x="399963" y="38906884"/>
            <a:ext cx="206311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The human-in-the-loop workflow combining </a:t>
            </a:r>
            <a:r>
              <a:rPr lang="en-US" sz="2400" b="1" dirty="0" err="1"/>
              <a:t>Cellpose</a:t>
            </a:r>
            <a:r>
              <a:rPr lang="en-US" sz="2400" b="1" dirty="0"/>
              <a:t>, </a:t>
            </a:r>
            <a:r>
              <a:rPr lang="en-US" sz="2400" b="1" dirty="0" err="1"/>
              <a:t>napari</a:t>
            </a:r>
            <a:r>
              <a:rPr lang="en-US" sz="2400" b="1" dirty="0"/>
              <a:t>, and supervised retraining</a:t>
            </a:r>
            <a:r>
              <a:rPr lang="en-US" sz="2400" dirty="0"/>
              <a:t> improved the </a:t>
            </a:r>
            <a:r>
              <a:rPr lang="en-US" sz="2400" b="1" dirty="0"/>
              <a:t>segmentation quality of fluorescence microscopy images.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/>
              <a:t>Manual correction </a:t>
            </a:r>
            <a:r>
              <a:rPr lang="en-US" sz="2400" dirty="0"/>
              <a:t>of the initial masks provided high-quality annotations that enabled the development of a dataset-specific segmentation model.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The </a:t>
            </a:r>
            <a:r>
              <a:rPr lang="en-US" sz="2400" b="1" dirty="0"/>
              <a:t>fine-tuned model </a:t>
            </a:r>
            <a:r>
              <a:rPr lang="en-US" sz="2400" dirty="0"/>
              <a:t>achieved more </a:t>
            </a:r>
            <a:r>
              <a:rPr lang="en-US" sz="2400" b="1" dirty="0"/>
              <a:t>accurate</a:t>
            </a:r>
            <a:r>
              <a:rPr lang="en-US" sz="2400" dirty="0"/>
              <a:t> and </a:t>
            </a:r>
            <a:r>
              <a:rPr lang="en-US" sz="2400" b="1" dirty="0"/>
              <a:t>robust cell detection</a:t>
            </a:r>
            <a:r>
              <a:rPr lang="en-US" sz="2400" dirty="0"/>
              <a:t>, supporting more reliable downstream quantitative image analysis.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CB2BA83-ACC1-49C1-B3B5-1AF2E9717703}"/>
              </a:ext>
            </a:extLst>
          </p:cNvPr>
          <p:cNvSpPr txBox="1"/>
          <p:nvPr/>
        </p:nvSpPr>
        <p:spPr>
          <a:xfrm>
            <a:off x="638673" y="28847388"/>
            <a:ext cx="86114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5: Bar plot of </a:t>
            </a:r>
            <a:r>
              <a:rPr lang="en-US" b="1" dirty="0" err="1"/>
              <a:t>IoU</a:t>
            </a:r>
            <a:r>
              <a:rPr lang="en-US" b="1" dirty="0"/>
              <a:t> and Dice coefficient. </a:t>
            </a:r>
            <a:r>
              <a:rPr lang="en-US" dirty="0"/>
              <a:t>Comparison of </a:t>
            </a:r>
            <a:r>
              <a:rPr lang="en-US" dirty="0" err="1"/>
              <a:t>IoU</a:t>
            </a:r>
            <a:r>
              <a:rPr lang="en-US" dirty="0"/>
              <a:t>/Dice coefficient between Pretrained(Base) and Fine-Tuned Models</a:t>
            </a:r>
            <a:endParaRPr 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64145A8-CBBC-43FF-88AF-103743E73D8B}"/>
              </a:ext>
            </a:extLst>
          </p:cNvPr>
          <p:cNvSpPr txBox="1"/>
          <p:nvPr/>
        </p:nvSpPr>
        <p:spPr>
          <a:xfrm>
            <a:off x="10067980" y="28667512"/>
            <a:ext cx="88629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6: Number of detected cell count comparison. </a:t>
            </a:r>
            <a:r>
              <a:rPr lang="en-US" dirty="0"/>
              <a:t>Comparison of Detected Cell Counts Across Models: Ground truth (</a:t>
            </a:r>
            <a:r>
              <a:rPr lang="en-US" dirty="0" err="1"/>
              <a:t>Napari</a:t>
            </a:r>
            <a:r>
              <a:rPr lang="en-US" dirty="0"/>
              <a:t>), </a:t>
            </a:r>
            <a:r>
              <a:rPr lang="en-US" dirty="0" err="1"/>
              <a:t>Cellpose</a:t>
            </a:r>
            <a:r>
              <a:rPr lang="en-US" dirty="0"/>
              <a:t> base model, </a:t>
            </a:r>
            <a:r>
              <a:rPr lang="en-US" dirty="0" err="1"/>
              <a:t>Cellpose</a:t>
            </a:r>
            <a:r>
              <a:rPr lang="en-US" dirty="0"/>
              <a:t> fine-tuned model </a:t>
            </a:r>
            <a:endParaRPr lang="en-US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D3A1D75-0B4A-469A-BC8A-111E6DFE5BEE}"/>
              </a:ext>
            </a:extLst>
          </p:cNvPr>
          <p:cNvSpPr txBox="1"/>
          <p:nvPr/>
        </p:nvSpPr>
        <p:spPr>
          <a:xfrm>
            <a:off x="20277866" y="28653822"/>
            <a:ext cx="96648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/>
              <a:t>Figure 7: Precision / Recall / F1-score. </a:t>
            </a:r>
            <a:r>
              <a:rPr lang="en-US" dirty="0"/>
              <a:t>Detection Performance of Pretrained and Fine-Tuned Models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462DBBE-AAFC-47D0-A092-3C873801DFCA}"/>
              </a:ext>
            </a:extLst>
          </p:cNvPr>
          <p:cNvSpPr txBox="1"/>
          <p:nvPr/>
        </p:nvSpPr>
        <p:spPr>
          <a:xfrm>
            <a:off x="742863" y="36629653"/>
            <a:ext cx="10015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8: Comparison of mean </a:t>
            </a:r>
            <a:r>
              <a:rPr lang="en-US" b="1" dirty="0" err="1"/>
              <a:t>IoU</a:t>
            </a:r>
            <a:r>
              <a:rPr lang="en-US" b="1" dirty="0"/>
              <a:t> and Dice coefficient across all annotated images</a:t>
            </a:r>
            <a:r>
              <a:rPr lang="en-US" dirty="0"/>
              <a:t> for the pretrained </a:t>
            </a:r>
            <a:r>
              <a:rPr lang="en-US" dirty="0" err="1"/>
              <a:t>Cellpose</a:t>
            </a:r>
            <a:r>
              <a:rPr lang="en-US" dirty="0"/>
              <a:t> model, the fine-tuned </a:t>
            </a:r>
            <a:r>
              <a:rPr lang="en-US" dirty="0" err="1"/>
              <a:t>Cellpose</a:t>
            </a:r>
            <a:r>
              <a:rPr lang="en-US" dirty="0"/>
              <a:t> model, and the watershed baseline. 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1D9222-ED77-4D1A-A52F-DC4AD299018C}"/>
              </a:ext>
            </a:extLst>
          </p:cNvPr>
          <p:cNvSpPr txBox="1"/>
          <p:nvPr/>
        </p:nvSpPr>
        <p:spPr>
          <a:xfrm>
            <a:off x="21379425" y="36335868"/>
            <a:ext cx="86751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10: Comparison of the mean number of detected cells across models and the ground truth</a:t>
            </a:r>
            <a:r>
              <a:rPr lang="en-US" dirty="0"/>
              <a:t>. The fine-tuned </a:t>
            </a:r>
            <a:r>
              <a:rPr lang="en-US" dirty="0" err="1"/>
              <a:t>Cellpose</a:t>
            </a:r>
            <a:r>
              <a:rPr lang="en-US" dirty="0"/>
              <a:t> model produced counts closer to the annotated reference, whereas the watershed approach overestimated cell numbers.</a:t>
            </a:r>
            <a:endParaRPr lang="en-US" b="1" dirty="0"/>
          </a:p>
        </p:txBody>
      </p:sp>
      <p:pic>
        <p:nvPicPr>
          <p:cNvPr id="77" name="Picture 2" descr="Universität Bern">
            <a:extLst>
              <a:ext uri="{FF2B5EF4-FFF2-40B4-BE49-F238E27FC236}">
                <a16:creationId xmlns:a16="http://schemas.microsoft.com/office/drawing/2014/main" id="{06E20D0C-897C-42C6-8211-379DD0B0B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69" y="41624146"/>
            <a:ext cx="1089385" cy="83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C7EF3C-8F08-4A15-B3EF-1EEBF5E34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8542" y="559208"/>
            <a:ext cx="3851089" cy="3851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DD5DDD-731C-4373-A83D-034413280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34912" y="41522861"/>
            <a:ext cx="1146229" cy="1144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BA03ED-CA38-4E02-92C4-0D50466BD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12" y="22804190"/>
            <a:ext cx="8754955" cy="5284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2F2A6F-8606-42E8-8109-6662468E21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62" y="15762755"/>
            <a:ext cx="5460395" cy="42662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C747AA-0ECB-4597-9A6E-245EC456D8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7980" y="23072527"/>
            <a:ext cx="9038101" cy="51612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13B9B1-D967-4A52-9BFE-B64208FA40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71916" y="22841642"/>
            <a:ext cx="10170250" cy="53238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42B589-1B89-4D3B-BE12-3CA1A353CB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776" y="31605388"/>
            <a:ext cx="10015286" cy="48419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71DB40-E37C-46F8-B96F-1FD6B5FF3B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65425" y="31786651"/>
            <a:ext cx="10117982" cy="4598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7F039B-90FF-4E7B-BEE1-50A0CF0DDC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115291" y="31912602"/>
            <a:ext cx="8785392" cy="451278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FBD0CAF-688D-42E4-948C-47C22594F38B}"/>
              </a:ext>
            </a:extLst>
          </p:cNvPr>
          <p:cNvSpPr txBox="1"/>
          <p:nvPr/>
        </p:nvSpPr>
        <p:spPr>
          <a:xfrm>
            <a:off x="11059913" y="36519898"/>
            <a:ext cx="99234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US" b="1" dirty="0"/>
              <a:t>Figure 9: Comparison of mean precision, recall, and F1-score across all annotated images </a:t>
            </a:r>
            <a:r>
              <a:rPr lang="en-US" dirty="0"/>
              <a:t>for the pretrained </a:t>
            </a:r>
            <a:r>
              <a:rPr lang="en-US" dirty="0" err="1"/>
              <a:t>Cellpose</a:t>
            </a:r>
            <a:r>
              <a:rPr lang="en-US" dirty="0"/>
              <a:t> model, the fine-tuned </a:t>
            </a:r>
            <a:r>
              <a:rPr lang="en-US" dirty="0" err="1"/>
              <a:t>Cellpose</a:t>
            </a:r>
            <a:r>
              <a:rPr lang="en-US" dirty="0"/>
              <a:t> model, and the watershed baseline.</a:t>
            </a:r>
            <a:endParaRPr lang="en-US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C3F69B-769F-4AC6-973B-DBC96BFA51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16923" y="15934947"/>
            <a:ext cx="5870107" cy="41657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54191F-9008-49FA-A1FA-2944EB1EF2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7168" y="9068297"/>
            <a:ext cx="12210434" cy="324918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030DC11-9278-4BDA-B38D-4C8665AA91AC}"/>
              </a:ext>
            </a:extLst>
          </p:cNvPr>
          <p:cNvGrpSpPr/>
          <p:nvPr/>
        </p:nvGrpSpPr>
        <p:grpSpPr>
          <a:xfrm>
            <a:off x="16286752" y="15308129"/>
            <a:ext cx="13477731" cy="4720899"/>
            <a:chOff x="16286752" y="15308129"/>
            <a:chExt cx="13477731" cy="47208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6414905-D28F-40D8-A760-7F5A3DE267CB}"/>
                </a:ext>
              </a:extLst>
            </p:cNvPr>
            <p:cNvGrpSpPr/>
            <p:nvPr/>
          </p:nvGrpSpPr>
          <p:grpSpPr>
            <a:xfrm>
              <a:off x="16286752" y="15358277"/>
              <a:ext cx="13477731" cy="4670751"/>
              <a:chOff x="16286752" y="15358277"/>
              <a:chExt cx="13477731" cy="467075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94F8820-0E25-4595-9CD3-F047EB21A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86752" y="15358277"/>
                <a:ext cx="13477731" cy="4670751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242BB16-71EC-4199-A977-603638DF2208}"/>
                  </a:ext>
                </a:extLst>
              </p:cNvPr>
              <p:cNvSpPr/>
              <p:nvPr/>
            </p:nvSpPr>
            <p:spPr>
              <a:xfrm>
                <a:off x="18397806" y="15358277"/>
                <a:ext cx="2261937" cy="3087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16E2806-10A7-4EA2-AD0F-03F571CC1E5C}"/>
                </a:ext>
              </a:extLst>
            </p:cNvPr>
            <p:cNvSpPr/>
            <p:nvPr/>
          </p:nvSpPr>
          <p:spPr>
            <a:xfrm>
              <a:off x="24087433" y="15308129"/>
              <a:ext cx="3716512" cy="538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0C2F398-1920-4BB8-BCF8-541B694ABAFD}"/>
              </a:ext>
            </a:extLst>
          </p:cNvPr>
          <p:cNvSpPr txBox="1"/>
          <p:nvPr/>
        </p:nvSpPr>
        <p:spPr>
          <a:xfrm>
            <a:off x="18340698" y="15206069"/>
            <a:ext cx="3146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Fine-tuned contours</a:t>
            </a:r>
            <a:endParaRPr lang="en-US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54DCDD-6EE2-4776-9747-DDBE6021174F}"/>
              </a:ext>
            </a:extLst>
          </p:cNvPr>
          <p:cNvSpPr txBox="1"/>
          <p:nvPr/>
        </p:nvSpPr>
        <p:spPr>
          <a:xfrm>
            <a:off x="24474357" y="15188452"/>
            <a:ext cx="3986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Overlay</a:t>
            </a:r>
          </a:p>
          <a:p>
            <a:pPr algn="ctr"/>
            <a:r>
              <a:rPr lang="de-DE" sz="2000" dirty="0"/>
              <a:t>Red= Base, Green = fine-tuned</a:t>
            </a:r>
            <a:endParaRPr lang="en-US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6EF0D4-D91B-4DFC-90BA-086BE042F9A3}"/>
              </a:ext>
            </a:extLst>
          </p:cNvPr>
          <p:cNvSpPr txBox="1"/>
          <p:nvPr/>
        </p:nvSpPr>
        <p:spPr>
          <a:xfrm>
            <a:off x="21998938" y="8674544"/>
            <a:ext cx="784815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Dataset and computational setup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dataset consisted of 16 fluorescence microscopy images of Hoechst-stained cells acquired from tracheal tissue samples. Initial segmentation masks were generated using a pretrained </a:t>
            </a:r>
            <a:r>
              <a:rPr lang="en-US" dirty="0" err="1"/>
              <a:t>Cellpose</a:t>
            </a:r>
            <a:r>
              <a:rPr lang="en-US" dirty="0"/>
              <a:t> model and manually corrected in </a:t>
            </a:r>
            <a:r>
              <a:rPr lang="en-US" dirty="0" err="1"/>
              <a:t>napari</a:t>
            </a:r>
            <a:r>
              <a:rPr lang="en-US" dirty="0"/>
              <a:t> to obtain ground-truth annotations. Fine-tuning was performed with </a:t>
            </a:r>
            <a:r>
              <a:rPr lang="en-US" dirty="0" err="1"/>
              <a:t>Cellpose</a:t>
            </a:r>
            <a:r>
              <a:rPr lang="en-US" dirty="0"/>
              <a:t> v4.0.5 on a GPU-enabled Linux environment using </a:t>
            </a:r>
            <a:r>
              <a:rPr lang="en-US" dirty="0" err="1"/>
              <a:t>PyTorch</a:t>
            </a:r>
            <a:r>
              <a:rPr lang="en-US" dirty="0"/>
              <a:t> 2.10.0+cu128. Model performance was evaluated using </a:t>
            </a:r>
            <a:r>
              <a:rPr lang="en-US" dirty="0" err="1"/>
              <a:t>IoU</a:t>
            </a:r>
            <a:r>
              <a:rPr lang="en-US" dirty="0"/>
              <a:t>, Dice coefficient, precision, recall, F1-score, and cell count comparison.</a:t>
            </a:r>
          </a:p>
        </p:txBody>
      </p:sp>
    </p:spTree>
    <p:extLst>
      <p:ext uri="{BB962C8B-B14F-4D97-AF65-F5344CB8AC3E}">
        <p14:creationId xmlns:p14="http://schemas.microsoft.com/office/powerpoint/2010/main" val="4187088043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Standarddesign</vt:lpstr>
      <vt:lpstr>PowerPoint Presentation</vt:lpstr>
    </vt:vector>
  </TitlesOfParts>
  <Company>Uniklinik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fuchs</dc:creator>
  <cp:lastModifiedBy>Romain Topalian</cp:lastModifiedBy>
  <cp:revision>1031</cp:revision>
  <cp:lastPrinted>2022-06-08T13:47:26Z</cp:lastPrinted>
  <dcterms:created xsi:type="dcterms:W3CDTF">2010-11-09T13:49:29Z</dcterms:created>
  <dcterms:modified xsi:type="dcterms:W3CDTF">2026-05-11T12:27:58Z</dcterms:modified>
</cp:coreProperties>
</file>